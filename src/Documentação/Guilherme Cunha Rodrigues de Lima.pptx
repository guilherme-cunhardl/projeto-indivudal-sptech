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TC Avant Garde Gothic Bold" charset="1" panose="020B0802020202020204"/>
      <p:regular r:id="rId21"/>
    </p:embeddedFont>
    <p:embeddedFont>
      <p:font typeface="ITC Avant Garde Gothic" charset="1" panose="020B0502020202020204"/>
      <p:regular r:id="rId22"/>
    </p:embeddedFont>
    <p:embeddedFont>
      <p:font typeface="Open Sans Bold" charset="1" panose="020B0806030504020204"/>
      <p:regular r:id="rId23"/>
    </p:embeddedFont>
    <p:embeddedFont>
      <p:font typeface="Schoolbell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media/image19.png" Type="http://schemas.openxmlformats.org/officeDocument/2006/relationships/image"/><Relationship Id="rId2" Target="../media/image2.png" Type="http://schemas.openxmlformats.org/officeDocument/2006/relationships/imag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22" Target="../media/image22.svg" Type="http://schemas.openxmlformats.org/officeDocument/2006/relationships/image"/><Relationship Id="rId23" Target="../media/image23.png" Type="http://schemas.openxmlformats.org/officeDocument/2006/relationships/image"/><Relationship Id="rId24" Target="../media/image24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5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38.png" Type="http://schemas.openxmlformats.org/officeDocument/2006/relationships/image"/><Relationship Id="rId14" Target="../media/image39.svg" Type="http://schemas.openxmlformats.org/officeDocument/2006/relationships/image"/><Relationship Id="rId15" Target="../media/image40.pn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18" Target="../media/image43.png" Type="http://schemas.openxmlformats.org/officeDocument/2006/relationships/image"/><Relationship Id="rId19" Target="../media/image44.pn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Relationship Id="rId4" Target="../media/image52.jpeg" Type="http://schemas.openxmlformats.org/officeDocument/2006/relationships/image"/><Relationship Id="rId5" Target="../media/image53.jpeg" Type="http://schemas.openxmlformats.org/officeDocument/2006/relationships/image"/><Relationship Id="rId6" Target="../media/image54.jpeg" Type="http://schemas.openxmlformats.org/officeDocument/2006/relationships/image"/><Relationship Id="rId7" Target="../media/image5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3016" y="0"/>
            <a:ext cx="9252392" cy="10287000"/>
          </a:xfrm>
          <a:custGeom>
            <a:avLst/>
            <a:gdLst/>
            <a:ahLst/>
            <a:cxnLst/>
            <a:rect r="r" b="b" t="t" l="l"/>
            <a:pathLst>
              <a:path h="10287000" w="9252392">
                <a:moveTo>
                  <a:pt x="0" y="0"/>
                </a:moveTo>
                <a:lnTo>
                  <a:pt x="9252391" y="0"/>
                </a:lnTo>
                <a:lnTo>
                  <a:pt x="925239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-3483" r="0" b="-449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82383" y="7228877"/>
            <a:ext cx="8923234" cy="774364"/>
            <a:chOff x="0" y="0"/>
            <a:chExt cx="2350152" cy="2039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50152" cy="203948"/>
            </a:xfrm>
            <a:custGeom>
              <a:avLst/>
              <a:gdLst/>
              <a:ahLst/>
              <a:cxnLst/>
              <a:rect r="r" b="b" t="t" l="l"/>
              <a:pathLst>
                <a:path h="203948" w="2350152">
                  <a:moveTo>
                    <a:pt x="6941" y="0"/>
                  </a:moveTo>
                  <a:lnTo>
                    <a:pt x="2343211" y="0"/>
                  </a:lnTo>
                  <a:cubicBezTo>
                    <a:pt x="2345052" y="0"/>
                    <a:pt x="2346817" y="731"/>
                    <a:pt x="2348119" y="2033"/>
                  </a:cubicBezTo>
                  <a:cubicBezTo>
                    <a:pt x="2349421" y="3335"/>
                    <a:pt x="2350152" y="5100"/>
                    <a:pt x="2350152" y="6941"/>
                  </a:cubicBezTo>
                  <a:lnTo>
                    <a:pt x="2350152" y="197007"/>
                  </a:lnTo>
                  <a:cubicBezTo>
                    <a:pt x="2350152" y="200840"/>
                    <a:pt x="2347045" y="203948"/>
                    <a:pt x="2343211" y="203948"/>
                  </a:cubicBezTo>
                  <a:lnTo>
                    <a:pt x="6941" y="203948"/>
                  </a:lnTo>
                  <a:cubicBezTo>
                    <a:pt x="3108" y="203948"/>
                    <a:pt x="0" y="200840"/>
                    <a:pt x="0" y="197007"/>
                  </a:cubicBezTo>
                  <a:lnTo>
                    <a:pt x="0" y="6941"/>
                  </a:lnTo>
                  <a:cubicBezTo>
                    <a:pt x="0" y="3108"/>
                    <a:pt x="3108" y="0"/>
                    <a:pt x="6941" y="0"/>
                  </a:cubicBezTo>
                  <a:close/>
                </a:path>
              </a:pathLst>
            </a:custGeom>
            <a:solidFill>
              <a:srgbClr val="6FAF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50152" cy="242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91993" y="7251887"/>
            <a:ext cx="8304014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GUILHERME CUNHA RODRIGUES DE LIMA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15549" y="838200"/>
            <a:ext cx="6656902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PROJETO INDIVIDUAL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6425" y="4149775"/>
            <a:ext cx="12289035" cy="198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23"/>
              </a:lnSpc>
            </a:pPr>
            <a:r>
              <a:rPr lang="en-US" sz="10588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Biblioteca do </a:t>
            </a:r>
            <a:r>
              <a:rPr lang="en-US" sz="10588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Howl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88950" y="2556816"/>
            <a:ext cx="10763986" cy="21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59"/>
              </a:lnSpc>
            </a:pPr>
            <a:r>
              <a:rPr lang="en-US" sz="11470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ハウル図書館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707231" y="4559350"/>
            <a:ext cx="12873538" cy="0"/>
          </a:xfrm>
          <a:prstGeom prst="line">
            <a:avLst/>
          </a:prstGeom>
          <a:ln cap="flat" w="857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823" y="1564025"/>
            <a:ext cx="8302177" cy="8425637"/>
            <a:chOff x="0" y="0"/>
            <a:chExt cx="11069569" cy="1123418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311260"/>
              <a:ext cx="11069569" cy="10922924"/>
              <a:chOff x="0" y="0"/>
              <a:chExt cx="2186581" cy="215761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86581" cy="2157615"/>
              </a:xfrm>
              <a:custGeom>
                <a:avLst/>
                <a:gdLst/>
                <a:ahLst/>
                <a:cxnLst/>
                <a:rect r="r" b="b" t="t" l="l"/>
                <a:pathLst>
                  <a:path h="2157615" w="2186581">
                    <a:moveTo>
                      <a:pt x="47558" y="0"/>
                    </a:moveTo>
                    <a:lnTo>
                      <a:pt x="2139023" y="0"/>
                    </a:lnTo>
                    <a:cubicBezTo>
                      <a:pt x="2165289" y="0"/>
                      <a:pt x="2186581" y="21293"/>
                      <a:pt x="2186581" y="47558"/>
                    </a:cubicBezTo>
                    <a:lnTo>
                      <a:pt x="2186581" y="2110056"/>
                    </a:lnTo>
                    <a:cubicBezTo>
                      <a:pt x="2186581" y="2136322"/>
                      <a:pt x="2165289" y="2157615"/>
                      <a:pt x="2139023" y="2157615"/>
                    </a:cubicBezTo>
                    <a:lnTo>
                      <a:pt x="47558" y="2157615"/>
                    </a:lnTo>
                    <a:cubicBezTo>
                      <a:pt x="21293" y="2157615"/>
                      <a:pt x="0" y="2136322"/>
                      <a:pt x="0" y="2110056"/>
                    </a:cubicBezTo>
                    <a:lnTo>
                      <a:pt x="0" y="47558"/>
                    </a:lnTo>
                    <a:cubicBezTo>
                      <a:pt x="0" y="21293"/>
                      <a:pt x="21293" y="0"/>
                      <a:pt x="4755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33350"/>
                <a:ext cx="2186581" cy="22909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311260"/>
              <a:ext cx="11069569" cy="2145619"/>
              <a:chOff x="0" y="0"/>
              <a:chExt cx="2186581" cy="42382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86581" cy="423826"/>
              </a:xfrm>
              <a:custGeom>
                <a:avLst/>
                <a:gdLst/>
                <a:ahLst/>
                <a:cxnLst/>
                <a:rect r="r" b="b" t="t" l="l"/>
                <a:pathLst>
                  <a:path h="423826" w="2186581">
                    <a:moveTo>
                      <a:pt x="10258" y="0"/>
                    </a:moveTo>
                    <a:lnTo>
                      <a:pt x="2176324" y="0"/>
                    </a:lnTo>
                    <a:cubicBezTo>
                      <a:pt x="2179044" y="0"/>
                      <a:pt x="2181653" y="1081"/>
                      <a:pt x="2183577" y="3004"/>
                    </a:cubicBezTo>
                    <a:cubicBezTo>
                      <a:pt x="2185501" y="4928"/>
                      <a:pt x="2186581" y="7537"/>
                      <a:pt x="2186581" y="10258"/>
                    </a:cubicBezTo>
                    <a:lnTo>
                      <a:pt x="2186581" y="413568"/>
                    </a:lnTo>
                    <a:cubicBezTo>
                      <a:pt x="2186581" y="416289"/>
                      <a:pt x="2185501" y="418898"/>
                      <a:pt x="2183577" y="420822"/>
                    </a:cubicBezTo>
                    <a:cubicBezTo>
                      <a:pt x="2181653" y="422745"/>
                      <a:pt x="2179044" y="423826"/>
                      <a:pt x="2176324" y="423826"/>
                    </a:cubicBezTo>
                    <a:lnTo>
                      <a:pt x="10258" y="423826"/>
                    </a:lnTo>
                    <a:cubicBezTo>
                      <a:pt x="7537" y="423826"/>
                      <a:pt x="4928" y="422745"/>
                      <a:pt x="3004" y="420822"/>
                    </a:cubicBezTo>
                    <a:cubicBezTo>
                      <a:pt x="1081" y="418898"/>
                      <a:pt x="0" y="416289"/>
                      <a:pt x="0" y="413568"/>
                    </a:cubicBezTo>
                    <a:lnTo>
                      <a:pt x="0" y="10258"/>
                    </a:lnTo>
                    <a:cubicBezTo>
                      <a:pt x="0" y="7537"/>
                      <a:pt x="1081" y="4928"/>
                      <a:pt x="3004" y="3004"/>
                    </a:cubicBezTo>
                    <a:cubicBezTo>
                      <a:pt x="4928" y="1081"/>
                      <a:pt x="7537" y="0"/>
                      <a:pt x="10258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33350"/>
                <a:ext cx="2186581" cy="5571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8138" cy="2768138"/>
            </a:xfrm>
            <a:custGeom>
              <a:avLst/>
              <a:gdLst/>
              <a:ahLst/>
              <a:cxnLst/>
              <a:rect r="r" b="b" t="t" l="l"/>
              <a:pathLst>
                <a:path h="2768138" w="2768138">
                  <a:moveTo>
                    <a:pt x="0" y="0"/>
                  </a:moveTo>
                  <a:lnTo>
                    <a:pt x="2768138" y="0"/>
                  </a:lnTo>
                  <a:lnTo>
                    <a:pt x="2768138" y="2768138"/>
                  </a:lnTo>
                  <a:lnTo>
                    <a:pt x="0" y="2768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0215" y="90215"/>
              <a:ext cx="2587707" cy="2587707"/>
            </a:xfrm>
            <a:custGeom>
              <a:avLst/>
              <a:gdLst/>
              <a:ahLst/>
              <a:cxnLst/>
              <a:rect r="r" b="b" t="t" l="l"/>
              <a:pathLst>
                <a:path h="2587707" w="2587707">
                  <a:moveTo>
                    <a:pt x="0" y="0"/>
                  </a:moveTo>
                  <a:lnTo>
                    <a:pt x="2587708" y="0"/>
                  </a:lnTo>
                  <a:lnTo>
                    <a:pt x="2587708" y="2587708"/>
                  </a:lnTo>
                  <a:lnTo>
                    <a:pt x="0" y="258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92711" y="2960805"/>
              <a:ext cx="1538660" cy="1538660"/>
            </a:xfrm>
            <a:custGeom>
              <a:avLst/>
              <a:gdLst/>
              <a:ahLst/>
              <a:cxnLst/>
              <a:rect r="r" b="b" t="t" l="l"/>
              <a:pathLst>
                <a:path h="1538660" w="1538660">
                  <a:moveTo>
                    <a:pt x="0" y="0"/>
                  </a:moveTo>
                  <a:lnTo>
                    <a:pt x="1538660" y="0"/>
                  </a:lnTo>
                  <a:lnTo>
                    <a:pt x="1538660" y="1538660"/>
                  </a:lnTo>
                  <a:lnTo>
                    <a:pt x="0" y="1538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59843" y="3310085"/>
              <a:ext cx="804396" cy="840100"/>
            </a:xfrm>
            <a:custGeom>
              <a:avLst/>
              <a:gdLst/>
              <a:ahLst/>
              <a:cxnLst/>
              <a:rect r="r" b="b" t="t" l="l"/>
              <a:pathLst>
                <a:path h="840100" w="804396">
                  <a:moveTo>
                    <a:pt x="0" y="0"/>
                  </a:moveTo>
                  <a:lnTo>
                    <a:pt x="804396" y="0"/>
                  </a:lnTo>
                  <a:lnTo>
                    <a:pt x="804396" y="840100"/>
                  </a:lnTo>
                  <a:lnTo>
                    <a:pt x="0" y="84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654284" y="3014837"/>
              <a:ext cx="7816698" cy="1484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  <a:spcBef>
                  <a:spcPct val="0"/>
                </a:spcBef>
              </a:pPr>
              <a:r>
                <a:rPr lang="en-US" sz="1700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Estúdio japonês de animação fundado em 1985 por Hayao Miyazaki, Isao Takahata e Toshio Suzuki.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892711" y="4918565"/>
              <a:ext cx="1538660" cy="1538660"/>
            </a:xfrm>
            <a:custGeom>
              <a:avLst/>
              <a:gdLst/>
              <a:ahLst/>
              <a:cxnLst/>
              <a:rect r="r" b="b" t="t" l="l"/>
              <a:pathLst>
                <a:path h="1538660" w="1538660">
                  <a:moveTo>
                    <a:pt x="0" y="0"/>
                  </a:moveTo>
                  <a:lnTo>
                    <a:pt x="1538660" y="0"/>
                  </a:lnTo>
                  <a:lnTo>
                    <a:pt x="1538660" y="1538660"/>
                  </a:lnTo>
                  <a:lnTo>
                    <a:pt x="0" y="1538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44942" y="5194066"/>
              <a:ext cx="1034198" cy="987659"/>
            </a:xfrm>
            <a:custGeom>
              <a:avLst/>
              <a:gdLst/>
              <a:ahLst/>
              <a:cxnLst/>
              <a:rect r="r" b="b" t="t" l="l"/>
              <a:pathLst>
                <a:path h="987659" w="1034198">
                  <a:moveTo>
                    <a:pt x="0" y="0"/>
                  </a:moveTo>
                  <a:lnTo>
                    <a:pt x="1034198" y="0"/>
                  </a:lnTo>
                  <a:lnTo>
                    <a:pt x="1034198" y="987659"/>
                  </a:lnTo>
                  <a:lnTo>
                    <a:pt x="0" y="987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654284" y="4796703"/>
              <a:ext cx="7714744" cy="1484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  <a:spcBef>
                  <a:spcPct val="0"/>
                </a:spcBef>
              </a:pPr>
              <a:r>
                <a:rPr lang="en-US" sz="1700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Rec</a:t>
              </a:r>
              <a:r>
                <a:rPr lang="en-US" sz="1700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onhecido mundialmente por suas histórias emocionantes, personagens memoráveis e animações de alta qualidade.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892711" y="6876325"/>
              <a:ext cx="1538660" cy="1538660"/>
            </a:xfrm>
            <a:custGeom>
              <a:avLst/>
              <a:gdLst/>
              <a:ahLst/>
              <a:cxnLst/>
              <a:rect r="r" b="b" t="t" l="l"/>
              <a:pathLst>
                <a:path h="1538660" w="1538660">
                  <a:moveTo>
                    <a:pt x="0" y="0"/>
                  </a:moveTo>
                  <a:lnTo>
                    <a:pt x="1538660" y="0"/>
                  </a:lnTo>
                  <a:lnTo>
                    <a:pt x="1538660" y="1538660"/>
                  </a:lnTo>
                  <a:lnTo>
                    <a:pt x="0" y="1538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041021" y="7198136"/>
              <a:ext cx="1390351" cy="895038"/>
            </a:xfrm>
            <a:custGeom>
              <a:avLst/>
              <a:gdLst/>
              <a:ahLst/>
              <a:cxnLst/>
              <a:rect r="r" b="b" t="t" l="l"/>
              <a:pathLst>
                <a:path h="895038" w="1390351">
                  <a:moveTo>
                    <a:pt x="0" y="0"/>
                  </a:moveTo>
                  <a:lnTo>
                    <a:pt x="1390350" y="0"/>
                  </a:lnTo>
                  <a:lnTo>
                    <a:pt x="1390350" y="895038"/>
                  </a:lnTo>
                  <a:lnTo>
                    <a:pt x="0" y="895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776548" y="6836665"/>
              <a:ext cx="7544473" cy="1484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9"/>
                </a:lnSpc>
                <a:spcBef>
                  <a:spcPct val="0"/>
                </a:spcBef>
              </a:pP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Resp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onsável por obras icônicas como:</a:t>
              </a:r>
            </a:p>
            <a:p>
              <a:pPr algn="l">
                <a:lnSpc>
                  <a:spcPts val="3059"/>
                </a:lnSpc>
                <a:spcBef>
                  <a:spcPct val="0"/>
                </a:spcBef>
              </a:pPr>
              <a:r>
                <a:rPr lang="en-US" b="true" sz="1699" spc="129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 Viagem de Chihiro, Meu Amigo Totoro, O Castelo Animado, Princesa Mononoke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381662" y="785525"/>
              <a:ext cx="8597691" cy="934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</a:pPr>
              <a:r>
                <a:rPr lang="en-US" sz="3899" b="true">
                  <a:solidFill>
                    <a:srgbClr val="FFFFF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O que é o Studio Ghibli?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892711" y="8834085"/>
              <a:ext cx="1538660" cy="1538660"/>
            </a:xfrm>
            <a:custGeom>
              <a:avLst/>
              <a:gdLst/>
              <a:ahLst/>
              <a:cxnLst/>
              <a:rect r="r" b="b" t="t" l="l"/>
              <a:pathLst>
                <a:path h="1538660" w="1538660">
                  <a:moveTo>
                    <a:pt x="0" y="0"/>
                  </a:moveTo>
                  <a:lnTo>
                    <a:pt x="1538660" y="0"/>
                  </a:lnTo>
                  <a:lnTo>
                    <a:pt x="1538660" y="1538661"/>
                  </a:lnTo>
                  <a:lnTo>
                    <a:pt x="0" y="1538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86401" y="8922985"/>
              <a:ext cx="1351281" cy="1351281"/>
            </a:xfrm>
            <a:custGeom>
              <a:avLst/>
              <a:gdLst/>
              <a:ahLst/>
              <a:cxnLst/>
              <a:rect r="r" b="b" t="t" l="l"/>
              <a:pathLst>
                <a:path h="1351281" w="1351281">
                  <a:moveTo>
                    <a:pt x="0" y="0"/>
                  </a:moveTo>
                  <a:lnTo>
                    <a:pt x="1351280" y="0"/>
                  </a:lnTo>
                  <a:lnTo>
                    <a:pt x="1351280" y="1351281"/>
                  </a:lnTo>
                  <a:lnTo>
                    <a:pt x="0" y="135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2776548" y="8794425"/>
              <a:ext cx="7544473" cy="1484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9"/>
                </a:lnSpc>
                <a:spcBef>
                  <a:spcPct val="0"/>
                </a:spcBef>
              </a:pP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Seus filme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 abordam temas como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b="true" sz="1699" spc="129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amizade, amadurecimento, imaginação, respeito à natureza e autoconhecimento.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571622" y="183819"/>
            <a:ext cx="5144756" cy="124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5"/>
              </a:lnSpc>
            </a:pPr>
            <a:r>
              <a:rPr lang="en-US" b="true" sz="6561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CONTEXTO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96400" y="1564025"/>
            <a:ext cx="8302177" cy="8425637"/>
            <a:chOff x="0" y="0"/>
            <a:chExt cx="11069569" cy="1123418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311260"/>
              <a:ext cx="11069569" cy="10922924"/>
              <a:chOff x="0" y="0"/>
              <a:chExt cx="2186581" cy="215761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86581" cy="2157615"/>
              </a:xfrm>
              <a:custGeom>
                <a:avLst/>
                <a:gdLst/>
                <a:ahLst/>
                <a:cxnLst/>
                <a:rect r="r" b="b" t="t" l="l"/>
                <a:pathLst>
                  <a:path h="2157615" w="2186581">
                    <a:moveTo>
                      <a:pt x="47558" y="0"/>
                    </a:moveTo>
                    <a:lnTo>
                      <a:pt x="2139023" y="0"/>
                    </a:lnTo>
                    <a:cubicBezTo>
                      <a:pt x="2165289" y="0"/>
                      <a:pt x="2186581" y="21293"/>
                      <a:pt x="2186581" y="47558"/>
                    </a:cubicBezTo>
                    <a:lnTo>
                      <a:pt x="2186581" y="2110056"/>
                    </a:lnTo>
                    <a:cubicBezTo>
                      <a:pt x="2186581" y="2136322"/>
                      <a:pt x="2165289" y="2157615"/>
                      <a:pt x="2139023" y="2157615"/>
                    </a:cubicBezTo>
                    <a:lnTo>
                      <a:pt x="47558" y="2157615"/>
                    </a:lnTo>
                    <a:cubicBezTo>
                      <a:pt x="21293" y="2157615"/>
                      <a:pt x="0" y="2136322"/>
                      <a:pt x="0" y="2110056"/>
                    </a:cubicBezTo>
                    <a:lnTo>
                      <a:pt x="0" y="47558"/>
                    </a:lnTo>
                    <a:cubicBezTo>
                      <a:pt x="0" y="21293"/>
                      <a:pt x="21293" y="0"/>
                      <a:pt x="4755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33350"/>
                <a:ext cx="2186581" cy="22909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311260"/>
              <a:ext cx="11069569" cy="2145619"/>
              <a:chOff x="0" y="0"/>
              <a:chExt cx="2186581" cy="42382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86581" cy="423826"/>
              </a:xfrm>
              <a:custGeom>
                <a:avLst/>
                <a:gdLst/>
                <a:ahLst/>
                <a:cxnLst/>
                <a:rect r="r" b="b" t="t" l="l"/>
                <a:pathLst>
                  <a:path h="423826" w="2186581">
                    <a:moveTo>
                      <a:pt x="10258" y="0"/>
                    </a:moveTo>
                    <a:lnTo>
                      <a:pt x="2176324" y="0"/>
                    </a:lnTo>
                    <a:cubicBezTo>
                      <a:pt x="2179044" y="0"/>
                      <a:pt x="2181653" y="1081"/>
                      <a:pt x="2183577" y="3004"/>
                    </a:cubicBezTo>
                    <a:cubicBezTo>
                      <a:pt x="2185501" y="4928"/>
                      <a:pt x="2186581" y="7537"/>
                      <a:pt x="2186581" y="10258"/>
                    </a:cubicBezTo>
                    <a:lnTo>
                      <a:pt x="2186581" y="413568"/>
                    </a:lnTo>
                    <a:cubicBezTo>
                      <a:pt x="2186581" y="416289"/>
                      <a:pt x="2185501" y="418898"/>
                      <a:pt x="2183577" y="420822"/>
                    </a:cubicBezTo>
                    <a:cubicBezTo>
                      <a:pt x="2181653" y="422745"/>
                      <a:pt x="2179044" y="423826"/>
                      <a:pt x="2176324" y="423826"/>
                    </a:cubicBezTo>
                    <a:lnTo>
                      <a:pt x="10258" y="423826"/>
                    </a:lnTo>
                    <a:cubicBezTo>
                      <a:pt x="7537" y="423826"/>
                      <a:pt x="4928" y="422745"/>
                      <a:pt x="3004" y="420822"/>
                    </a:cubicBezTo>
                    <a:cubicBezTo>
                      <a:pt x="1081" y="418898"/>
                      <a:pt x="0" y="416289"/>
                      <a:pt x="0" y="413568"/>
                    </a:cubicBezTo>
                    <a:lnTo>
                      <a:pt x="0" y="10258"/>
                    </a:lnTo>
                    <a:cubicBezTo>
                      <a:pt x="0" y="7537"/>
                      <a:pt x="1081" y="4928"/>
                      <a:pt x="3004" y="3004"/>
                    </a:cubicBezTo>
                    <a:cubicBezTo>
                      <a:pt x="4928" y="1081"/>
                      <a:pt x="7537" y="0"/>
                      <a:pt x="10258" y="0"/>
                    </a:cubicBezTo>
                    <a:close/>
                  </a:path>
                </a:pathLst>
              </a:custGeom>
              <a:solidFill>
                <a:srgbClr val="23B1B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33350"/>
                <a:ext cx="2186581" cy="5571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68138" cy="2768138"/>
            </a:xfrm>
            <a:custGeom>
              <a:avLst/>
              <a:gdLst/>
              <a:ahLst/>
              <a:cxnLst/>
              <a:rect r="r" b="b" t="t" l="l"/>
              <a:pathLst>
                <a:path h="2768138" w="2768138">
                  <a:moveTo>
                    <a:pt x="0" y="0"/>
                  </a:moveTo>
                  <a:lnTo>
                    <a:pt x="2768138" y="0"/>
                  </a:lnTo>
                  <a:lnTo>
                    <a:pt x="2768138" y="2768138"/>
                  </a:lnTo>
                  <a:lnTo>
                    <a:pt x="0" y="2768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892711" y="2960805"/>
              <a:ext cx="1538660" cy="1538660"/>
            </a:xfrm>
            <a:custGeom>
              <a:avLst/>
              <a:gdLst/>
              <a:ahLst/>
              <a:cxnLst/>
              <a:rect r="r" b="b" t="t" l="l"/>
              <a:pathLst>
                <a:path h="1538660" w="1538660">
                  <a:moveTo>
                    <a:pt x="0" y="0"/>
                  </a:moveTo>
                  <a:lnTo>
                    <a:pt x="1538660" y="0"/>
                  </a:lnTo>
                  <a:lnTo>
                    <a:pt x="1538660" y="1538660"/>
                  </a:lnTo>
                  <a:lnTo>
                    <a:pt x="0" y="1538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892711" y="4918565"/>
              <a:ext cx="1538660" cy="1538660"/>
            </a:xfrm>
            <a:custGeom>
              <a:avLst/>
              <a:gdLst/>
              <a:ahLst/>
              <a:cxnLst/>
              <a:rect r="r" b="b" t="t" l="l"/>
              <a:pathLst>
                <a:path h="1538660" w="1538660">
                  <a:moveTo>
                    <a:pt x="0" y="0"/>
                  </a:moveTo>
                  <a:lnTo>
                    <a:pt x="1538660" y="0"/>
                  </a:lnTo>
                  <a:lnTo>
                    <a:pt x="1538660" y="1538660"/>
                  </a:lnTo>
                  <a:lnTo>
                    <a:pt x="0" y="1538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892711" y="6876325"/>
              <a:ext cx="1538660" cy="1538660"/>
            </a:xfrm>
            <a:custGeom>
              <a:avLst/>
              <a:gdLst/>
              <a:ahLst/>
              <a:cxnLst/>
              <a:rect r="r" b="b" t="t" l="l"/>
              <a:pathLst>
                <a:path h="1538660" w="1538660">
                  <a:moveTo>
                    <a:pt x="0" y="0"/>
                  </a:moveTo>
                  <a:lnTo>
                    <a:pt x="1538660" y="0"/>
                  </a:lnTo>
                  <a:lnTo>
                    <a:pt x="1538660" y="1538660"/>
                  </a:lnTo>
                  <a:lnTo>
                    <a:pt x="0" y="1538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892711" y="8834085"/>
              <a:ext cx="1538660" cy="1538660"/>
            </a:xfrm>
            <a:custGeom>
              <a:avLst/>
              <a:gdLst/>
              <a:ahLst/>
              <a:cxnLst/>
              <a:rect r="r" b="b" t="t" l="l"/>
              <a:pathLst>
                <a:path h="1538660" w="1538660">
                  <a:moveTo>
                    <a:pt x="0" y="0"/>
                  </a:moveTo>
                  <a:lnTo>
                    <a:pt x="1538660" y="0"/>
                  </a:lnTo>
                  <a:lnTo>
                    <a:pt x="1538660" y="1538661"/>
                  </a:lnTo>
                  <a:lnTo>
                    <a:pt x="0" y="1538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26487" y="311260"/>
              <a:ext cx="2066712" cy="2160326"/>
            </a:xfrm>
            <a:custGeom>
              <a:avLst/>
              <a:gdLst/>
              <a:ahLst/>
              <a:cxnLst/>
              <a:rect r="r" b="b" t="t" l="l"/>
              <a:pathLst>
                <a:path h="2160326" w="2066712">
                  <a:moveTo>
                    <a:pt x="0" y="0"/>
                  </a:moveTo>
                  <a:lnTo>
                    <a:pt x="2066712" y="0"/>
                  </a:lnTo>
                  <a:lnTo>
                    <a:pt x="2066712" y="2160326"/>
                  </a:lnTo>
                  <a:lnTo>
                    <a:pt x="0" y="2160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016186" y="3292845"/>
              <a:ext cx="1277013" cy="889120"/>
            </a:xfrm>
            <a:custGeom>
              <a:avLst/>
              <a:gdLst/>
              <a:ahLst/>
              <a:cxnLst/>
              <a:rect r="r" b="b" t="t" l="l"/>
              <a:pathLst>
                <a:path h="889120" w="1277013">
                  <a:moveTo>
                    <a:pt x="0" y="0"/>
                  </a:moveTo>
                  <a:lnTo>
                    <a:pt x="1277013" y="0"/>
                  </a:lnTo>
                  <a:lnTo>
                    <a:pt x="1277013" y="889120"/>
                  </a:lnTo>
                  <a:lnTo>
                    <a:pt x="0" y="8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120069" y="5145245"/>
              <a:ext cx="1083943" cy="1085300"/>
            </a:xfrm>
            <a:custGeom>
              <a:avLst/>
              <a:gdLst/>
              <a:ahLst/>
              <a:cxnLst/>
              <a:rect r="r" b="b" t="t" l="l"/>
              <a:pathLst>
                <a:path h="1085300" w="1083943">
                  <a:moveTo>
                    <a:pt x="0" y="0"/>
                  </a:moveTo>
                  <a:lnTo>
                    <a:pt x="1083944" y="0"/>
                  </a:lnTo>
                  <a:lnTo>
                    <a:pt x="1083944" y="1085300"/>
                  </a:lnTo>
                  <a:lnTo>
                    <a:pt x="0" y="108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278392" y="7054599"/>
              <a:ext cx="767299" cy="1182113"/>
            </a:xfrm>
            <a:custGeom>
              <a:avLst/>
              <a:gdLst/>
              <a:ahLst/>
              <a:cxnLst/>
              <a:rect r="r" b="b" t="t" l="l"/>
              <a:pathLst>
                <a:path h="1182113" w="767299">
                  <a:moveTo>
                    <a:pt x="0" y="0"/>
                  </a:moveTo>
                  <a:lnTo>
                    <a:pt x="767298" y="0"/>
                  </a:lnTo>
                  <a:lnTo>
                    <a:pt x="767298" y="1182113"/>
                  </a:lnTo>
                  <a:lnTo>
                    <a:pt x="0" y="118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112449" y="9091608"/>
              <a:ext cx="1099185" cy="1023616"/>
            </a:xfrm>
            <a:custGeom>
              <a:avLst/>
              <a:gdLst/>
              <a:ahLst/>
              <a:cxnLst/>
              <a:rect r="r" b="b" t="t" l="l"/>
              <a:pathLst>
                <a:path h="1023616" w="1099185">
                  <a:moveTo>
                    <a:pt x="0" y="0"/>
                  </a:moveTo>
                  <a:lnTo>
                    <a:pt x="1099184" y="0"/>
                  </a:lnTo>
                  <a:lnTo>
                    <a:pt x="1099184" y="1023615"/>
                  </a:lnTo>
                  <a:lnTo>
                    <a:pt x="0" y="1023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2768138" y="3176735"/>
              <a:ext cx="7097285" cy="976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  <a:spcBef>
                  <a:spcPct val="0"/>
                </a:spcBef>
              </a:pPr>
              <a:r>
                <a:rPr lang="en-US" sz="1700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 e</a:t>
              </a:r>
              <a:r>
                <a:rPr lang="en-US" sz="1700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stúdio possui uma comunidade de fãs cada vez maior no Brasil.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768138" y="4808102"/>
              <a:ext cx="7714744" cy="1484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  <a:spcBef>
                  <a:spcPct val="0"/>
                </a:spcBef>
              </a:pPr>
              <a:r>
                <a:rPr lang="en-US" sz="1700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 p</a:t>
              </a:r>
              <a:r>
                <a:rPr lang="en-US" sz="1700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opularização dos serviços de streaming ampliou significativamente o acesso às suas obras.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2776548" y="6836665"/>
              <a:ext cx="7544473" cy="1484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9"/>
                </a:lnSpc>
                <a:spcBef>
                  <a:spcPct val="0"/>
                </a:spcBef>
              </a:pP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Ap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esar da popularidade, muitas informações, curios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e 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sc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ssões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nda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ã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dispe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sas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em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diferen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 p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ataf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e 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idi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mas.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381662" y="785525"/>
              <a:ext cx="8597691" cy="934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</a:pPr>
              <a:r>
                <a:rPr lang="en-US" sz="3899" b="true">
                  <a:solidFill>
                    <a:srgbClr val="FFFFF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Studio Ghibli no Brasil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776548" y="8794425"/>
              <a:ext cx="7544473" cy="1484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9"/>
                </a:lnSpc>
                <a:spcBef>
                  <a:spcPct val="0"/>
                </a:spcBef>
              </a:pP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Mercado japonês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muito fechado: o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Gh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ibli sempre foi extremamente cuid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ados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 com a dist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rib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ição i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nternac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ional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de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sua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 ob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1699" spc="12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.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2925" y="0"/>
            <a:ext cx="10781833" cy="10370514"/>
          </a:xfrm>
          <a:custGeom>
            <a:avLst/>
            <a:gdLst/>
            <a:ahLst/>
            <a:cxnLst/>
            <a:rect r="r" b="b" t="t" l="l"/>
            <a:pathLst>
              <a:path h="10370514" w="10781833">
                <a:moveTo>
                  <a:pt x="0" y="0"/>
                </a:moveTo>
                <a:lnTo>
                  <a:pt x="10781833" y="0"/>
                </a:lnTo>
                <a:lnTo>
                  <a:pt x="10781833" y="10370514"/>
                </a:lnTo>
                <a:lnTo>
                  <a:pt x="0" y="1037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-1983" r="0" b="-19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36672" y="3358071"/>
            <a:ext cx="12214657" cy="2454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5"/>
              </a:lnSpc>
            </a:pPr>
            <a:r>
              <a:rPr lang="en-US" sz="7061" b="true">
                <a:solidFill>
                  <a:srgbClr val="6FAF8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ISSO TEM HAVER COMIGO?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3168" y="3812446"/>
            <a:ext cx="10024565" cy="3086100"/>
            <a:chOff x="0" y="0"/>
            <a:chExt cx="13366087" cy="4114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406451" y="0"/>
              <a:ext cx="11959636" cy="4114800"/>
              <a:chOff x="0" y="0"/>
              <a:chExt cx="2362397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6239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2362397">
                    <a:moveTo>
                      <a:pt x="44019" y="0"/>
                    </a:moveTo>
                    <a:lnTo>
                      <a:pt x="2318378" y="0"/>
                    </a:lnTo>
                    <a:cubicBezTo>
                      <a:pt x="2330053" y="0"/>
                      <a:pt x="2341249" y="4638"/>
                      <a:pt x="2349504" y="12893"/>
                    </a:cubicBezTo>
                    <a:cubicBezTo>
                      <a:pt x="2357760" y="21148"/>
                      <a:pt x="2362397" y="32344"/>
                      <a:pt x="2362397" y="44019"/>
                    </a:cubicBezTo>
                    <a:lnTo>
                      <a:pt x="2362397" y="768781"/>
                    </a:lnTo>
                    <a:cubicBezTo>
                      <a:pt x="2362397" y="780456"/>
                      <a:pt x="2357760" y="791652"/>
                      <a:pt x="2349504" y="799907"/>
                    </a:cubicBezTo>
                    <a:cubicBezTo>
                      <a:pt x="2341249" y="808162"/>
                      <a:pt x="2330053" y="812800"/>
                      <a:pt x="2318378" y="812800"/>
                    </a:cubicBezTo>
                    <a:lnTo>
                      <a:pt x="44019" y="812800"/>
                    </a:lnTo>
                    <a:cubicBezTo>
                      <a:pt x="32344" y="812800"/>
                      <a:pt x="21148" y="808162"/>
                      <a:pt x="12893" y="799907"/>
                    </a:cubicBezTo>
                    <a:cubicBezTo>
                      <a:pt x="4638" y="791652"/>
                      <a:pt x="0" y="780456"/>
                      <a:pt x="0" y="768781"/>
                    </a:cubicBezTo>
                    <a:lnTo>
                      <a:pt x="0" y="44019"/>
                    </a:lnTo>
                    <a:cubicBezTo>
                      <a:pt x="0" y="32344"/>
                      <a:pt x="4638" y="21148"/>
                      <a:pt x="12893" y="12893"/>
                    </a:cubicBezTo>
                    <a:cubicBezTo>
                      <a:pt x="21148" y="4638"/>
                      <a:pt x="32344" y="0"/>
                      <a:pt x="44019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33350"/>
                <a:ext cx="2362397" cy="946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344404"/>
              <a:ext cx="11012400" cy="3298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84"/>
                </a:lnSpc>
              </a:pPr>
              <a:r>
                <a:rPr lang="en-US" sz="477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STUDIO GHIBLI</a:t>
              </a:r>
            </a:p>
            <a:p>
              <a:pPr algn="ctr">
                <a:lnSpc>
                  <a:spcPts val="6684"/>
                </a:lnSpc>
              </a:pPr>
              <a:r>
                <a:rPr lang="en-US" sz="477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</a:t>
              </a:r>
            </a:p>
            <a:p>
              <a:pPr algn="ctr">
                <a:lnSpc>
                  <a:spcPts val="6684"/>
                </a:lnSpc>
              </a:pPr>
              <a:r>
                <a:rPr lang="en-US" sz="477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MINHA VIDA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1028700" y="1690688"/>
            <a:ext cx="160900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536699" y="760095"/>
            <a:ext cx="1525984" cy="1592580"/>
            <a:chOff x="0" y="0"/>
            <a:chExt cx="2034646" cy="212344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34673" y="358140"/>
              <a:ext cx="1765300" cy="176530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632936" y="444133"/>
              <a:ext cx="768774" cy="1593314"/>
            </a:xfrm>
            <a:custGeom>
              <a:avLst/>
              <a:gdLst/>
              <a:ahLst/>
              <a:cxnLst/>
              <a:rect r="r" b="b" t="t" l="l"/>
              <a:pathLst>
                <a:path h="1593314" w="768774">
                  <a:moveTo>
                    <a:pt x="0" y="0"/>
                  </a:moveTo>
                  <a:lnTo>
                    <a:pt x="768774" y="0"/>
                  </a:lnTo>
                  <a:lnTo>
                    <a:pt x="768774" y="1593314"/>
                  </a:lnTo>
                  <a:lnTo>
                    <a:pt x="0" y="1593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-76200"/>
              <a:ext cx="2034646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10 anos(2018)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68479" y="2352675"/>
            <a:ext cx="2062424" cy="1186092"/>
            <a:chOff x="0" y="0"/>
            <a:chExt cx="2749899" cy="158145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81119"/>
              <a:ext cx="2749899" cy="1000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Meu irmão me apresenta a cultura dos animes</a:t>
              </a: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1374949" y="0"/>
              <a:ext cx="0" cy="638269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</p:grpSp>
      <p:sp>
        <p:nvSpPr>
          <p:cNvPr name="Freeform 17" id="17"/>
          <p:cNvSpPr/>
          <p:nvPr/>
        </p:nvSpPr>
        <p:spPr>
          <a:xfrm>
            <a:off x="3961678" y="1690688"/>
            <a:ext cx="3997325" cy="1701800"/>
          </a:xfrm>
          <a:custGeom>
            <a:avLst/>
            <a:gdLst/>
            <a:ahLst/>
            <a:cxnLst/>
            <a:rect r="r" b="b" t="t" l="l"/>
            <a:pathLst>
              <a:path h="1701800" w="3997325">
                <a:moveTo>
                  <a:pt x="0" y="0"/>
                </a:moveTo>
                <a:lnTo>
                  <a:pt x="1770063" y="0"/>
                </a:lnTo>
                <a:cubicBezTo>
                  <a:pt x="1830691" y="0"/>
                  <a:pt x="1888837" y="24084"/>
                  <a:pt x="1931708" y="66955"/>
                </a:cubicBezTo>
                <a:cubicBezTo>
                  <a:pt x="1974578" y="109826"/>
                  <a:pt x="1998663" y="167971"/>
                  <a:pt x="1998663" y="228600"/>
                </a:cubicBezTo>
                <a:lnTo>
                  <a:pt x="1998663" y="1473200"/>
                </a:lnTo>
                <a:cubicBezTo>
                  <a:pt x="1998663" y="1533828"/>
                  <a:pt x="2022747" y="1591973"/>
                  <a:pt x="2065618" y="1634844"/>
                </a:cubicBezTo>
                <a:cubicBezTo>
                  <a:pt x="2108489" y="1677715"/>
                  <a:pt x="2166634" y="1701800"/>
                  <a:pt x="2227263" y="1701800"/>
                </a:cubicBezTo>
                <a:lnTo>
                  <a:pt x="3997325" y="1701800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7297016" y="3419475"/>
            <a:ext cx="1323975" cy="1323975"/>
            <a:chOff x="0" y="0"/>
            <a:chExt cx="1765300" cy="17653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765300" cy="1765300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186478" y="213036"/>
              <a:ext cx="1392345" cy="1339228"/>
            </a:xfrm>
            <a:custGeom>
              <a:avLst/>
              <a:gdLst/>
              <a:ahLst/>
              <a:cxnLst/>
              <a:rect r="r" b="b" t="t" l="l"/>
              <a:pathLst>
                <a:path h="1339228" w="1392345">
                  <a:moveTo>
                    <a:pt x="0" y="0"/>
                  </a:moveTo>
                  <a:lnTo>
                    <a:pt x="1392344" y="0"/>
                  </a:lnTo>
                  <a:lnTo>
                    <a:pt x="1392344" y="1339228"/>
                  </a:lnTo>
                  <a:lnTo>
                    <a:pt x="0" y="133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83" r="0" b="-1983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>
            <a:off x="1028700" y="4154488"/>
            <a:ext cx="6268316" cy="1311275"/>
          </a:xfrm>
          <a:custGeom>
            <a:avLst/>
            <a:gdLst/>
            <a:ahLst/>
            <a:cxnLst/>
            <a:rect r="r" b="b" t="t" l="l"/>
            <a:pathLst>
              <a:path h="1311275" w="6268316">
                <a:moveTo>
                  <a:pt x="6268316" y="0"/>
                </a:moveTo>
                <a:lnTo>
                  <a:pt x="228600" y="0"/>
                </a:lnTo>
                <a:cubicBezTo>
                  <a:pt x="102348" y="0"/>
                  <a:pt x="0" y="102347"/>
                  <a:pt x="0" y="228600"/>
                </a:cubicBezTo>
                <a:lnTo>
                  <a:pt x="0" y="1311274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366712" y="5465762"/>
            <a:ext cx="1323975" cy="1323975"/>
            <a:chOff x="0" y="0"/>
            <a:chExt cx="1765300" cy="17653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765300" cy="1765300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116939" y="127301"/>
              <a:ext cx="1531681" cy="1467075"/>
            </a:xfrm>
            <a:custGeom>
              <a:avLst/>
              <a:gdLst/>
              <a:ahLst/>
              <a:cxnLst/>
              <a:rect r="r" b="b" t="t" l="l"/>
              <a:pathLst>
                <a:path h="1467075" w="1531681">
                  <a:moveTo>
                    <a:pt x="0" y="0"/>
                  </a:moveTo>
                  <a:lnTo>
                    <a:pt x="1531681" y="0"/>
                  </a:lnTo>
                  <a:lnTo>
                    <a:pt x="1531681" y="1467075"/>
                  </a:lnTo>
                  <a:lnTo>
                    <a:pt x="0" y="1467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036" r="0" b="-17468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>
            <a:off x="1690688" y="6127750"/>
            <a:ext cx="6268316" cy="1100138"/>
          </a:xfrm>
          <a:custGeom>
            <a:avLst/>
            <a:gdLst/>
            <a:ahLst/>
            <a:cxnLst/>
            <a:rect r="r" b="b" t="t" l="l"/>
            <a:pathLst>
              <a:path h="1100138" w="6268316">
                <a:moveTo>
                  <a:pt x="6268315" y="1100138"/>
                </a:moveTo>
                <a:lnTo>
                  <a:pt x="6268315" y="228600"/>
                </a:lnTo>
                <a:cubicBezTo>
                  <a:pt x="6268315" y="102348"/>
                  <a:pt x="6165967" y="0"/>
                  <a:pt x="6039715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7297016" y="7227888"/>
            <a:ext cx="1323975" cy="1323975"/>
            <a:chOff x="0" y="0"/>
            <a:chExt cx="1765300" cy="17653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765300" cy="1765300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9027" y="237912"/>
              <a:ext cx="1707247" cy="1159700"/>
            </a:xfrm>
            <a:custGeom>
              <a:avLst/>
              <a:gdLst/>
              <a:ahLst/>
              <a:cxnLst/>
              <a:rect r="r" b="b" t="t" l="l"/>
              <a:pathLst>
                <a:path h="1159700" w="1707247">
                  <a:moveTo>
                    <a:pt x="0" y="0"/>
                  </a:moveTo>
                  <a:lnTo>
                    <a:pt x="1707246" y="0"/>
                  </a:lnTo>
                  <a:lnTo>
                    <a:pt x="1707246" y="1159700"/>
                  </a:lnTo>
                  <a:lnTo>
                    <a:pt x="0" y="115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7416" t="0" r="-82943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147460" y="3851593"/>
            <a:ext cx="4323355" cy="1160462"/>
            <a:chOff x="0" y="0"/>
            <a:chExt cx="5764473" cy="1547283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1112943"/>
              <a:ext cx="2164115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 anos(2020)</a:t>
              </a:r>
            </a:p>
          </p:txBody>
        </p:sp>
        <p:sp>
          <p:nvSpPr>
            <p:cNvPr name="AutoShape 38" id="38"/>
            <p:cNvSpPr/>
            <p:nvPr/>
          </p:nvSpPr>
          <p:spPr>
            <a:xfrm>
              <a:off x="1964708" y="306493"/>
              <a:ext cx="1049867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3014574" y="-57150"/>
              <a:ext cx="2749899" cy="670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Assisto pela primeira vez o filme Ponyo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0" y="5355496"/>
            <a:ext cx="2995943" cy="2963233"/>
            <a:chOff x="0" y="0"/>
            <a:chExt cx="3994591" cy="3950977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2620440"/>
              <a:ext cx="2749899" cy="1330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Vejo pela primeira vez uma obra do Hayao miyazaki nos cinemas</a:t>
              </a:r>
            </a:p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(O menino e a Garça)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1371600" y="1912321"/>
              <a:ext cx="3349" cy="765269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1491809" y="2000250"/>
              <a:ext cx="1420724" cy="317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10/02/2024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830476" y="-76200"/>
              <a:ext cx="2164115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16 anos(2024)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312932" y="7802474"/>
            <a:ext cx="3907002" cy="2410866"/>
            <a:chOff x="0" y="0"/>
            <a:chExt cx="5209336" cy="3214488"/>
          </a:xfrm>
        </p:grpSpPr>
        <p:sp>
          <p:nvSpPr>
            <p:cNvPr name="AutoShape 46" id="46"/>
            <p:cNvSpPr/>
            <p:nvPr/>
          </p:nvSpPr>
          <p:spPr>
            <a:xfrm>
              <a:off x="2194762" y="999184"/>
              <a:ext cx="0" cy="941917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47" id="47"/>
            <p:cNvSpPr txBox="true"/>
            <p:nvPr/>
          </p:nvSpPr>
          <p:spPr>
            <a:xfrm rot="0">
              <a:off x="3045221" y="-76200"/>
              <a:ext cx="2164115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17 anos(2025)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1883951"/>
              <a:ext cx="4389524" cy="1330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Participo da primeira edição do Ghibli Fest no Brasil, conseguindo ver 5 das obras mais classicas do Studio Ghibli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156" y="6326771"/>
            <a:ext cx="9992993" cy="2579058"/>
            <a:chOff x="0" y="0"/>
            <a:chExt cx="13323991" cy="3438745"/>
          </a:xfrm>
        </p:grpSpPr>
        <p:sp>
          <p:nvSpPr>
            <p:cNvPr name="Freeform 3" id="3"/>
            <p:cNvSpPr/>
            <p:nvPr/>
          </p:nvSpPr>
          <p:spPr>
            <a:xfrm>
              <a:off x="24262" y="815191"/>
              <a:ext cx="1025622" cy="2599291"/>
            </a:xfrm>
            <a:custGeom>
              <a:avLst/>
              <a:gdLst/>
              <a:ahLst/>
              <a:cxnLst/>
              <a:rect r="r" b="b" t="t" l="l"/>
              <a:pathLst>
                <a:path h="2599291" w="1025622">
                  <a:moveTo>
                    <a:pt x="1025622" y="2599292"/>
                  </a:moveTo>
                  <a:lnTo>
                    <a:pt x="291141" y="2599292"/>
                  </a:lnTo>
                  <a:cubicBezTo>
                    <a:pt x="213926" y="2599292"/>
                    <a:pt x="139873" y="2568618"/>
                    <a:pt x="85273" y="2514018"/>
                  </a:cubicBezTo>
                  <a:cubicBezTo>
                    <a:pt x="30674" y="2459419"/>
                    <a:pt x="0" y="2385366"/>
                    <a:pt x="0" y="2308150"/>
                  </a:cubicBezTo>
                  <a:lnTo>
                    <a:pt x="0" y="291142"/>
                  </a:lnTo>
                  <a:cubicBezTo>
                    <a:pt x="0" y="213926"/>
                    <a:pt x="30674" y="139873"/>
                    <a:pt x="85273" y="85274"/>
                  </a:cubicBezTo>
                  <a:cubicBezTo>
                    <a:pt x="139873" y="30674"/>
                    <a:pt x="213926" y="0"/>
                    <a:pt x="291141" y="0"/>
                  </a:cubicBezTo>
                  <a:lnTo>
                    <a:pt x="1025622" y="0"/>
                  </a:lnTo>
                </a:path>
              </a:pathLst>
            </a:custGeom>
            <a:ln cap="flat" w="48524">
              <a:solidFill>
                <a:srgbClr val="FFFFFF"/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49884" y="0"/>
              <a:ext cx="1630382" cy="1630382"/>
            </a:xfrm>
            <a:custGeom>
              <a:avLst/>
              <a:gdLst/>
              <a:ahLst/>
              <a:cxnLst/>
              <a:rect r="r" b="b" t="t" l="l"/>
              <a:pathLst>
                <a:path h="1630382" w="1630382">
                  <a:moveTo>
                    <a:pt x="0" y="0"/>
                  </a:moveTo>
                  <a:lnTo>
                    <a:pt x="1630382" y="0"/>
                  </a:lnTo>
                  <a:lnTo>
                    <a:pt x="1630382" y="1630382"/>
                  </a:lnTo>
                  <a:lnTo>
                    <a:pt x="0" y="1630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1049884" y="149034"/>
              <a:ext cx="1573307" cy="1332314"/>
            </a:xfrm>
            <a:custGeom>
              <a:avLst/>
              <a:gdLst/>
              <a:ahLst/>
              <a:cxnLst/>
              <a:rect r="r" b="b" t="t" l="l"/>
              <a:pathLst>
                <a:path h="1332314" w="1573307">
                  <a:moveTo>
                    <a:pt x="1573306" y="0"/>
                  </a:moveTo>
                  <a:lnTo>
                    <a:pt x="0" y="0"/>
                  </a:lnTo>
                  <a:lnTo>
                    <a:pt x="0" y="1332314"/>
                  </a:lnTo>
                  <a:lnTo>
                    <a:pt x="1573306" y="1332314"/>
                  </a:lnTo>
                  <a:lnTo>
                    <a:pt x="1573306" y="0"/>
                  </a:lnTo>
                  <a:close/>
                </a:path>
              </a:pathLst>
            </a:custGeom>
            <a:blipFill>
              <a:blip r:embed="rId4"/>
              <a:stretch>
                <a:fillRect l="-14223" t="-26602" r="-14960" b="-259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841261" y="-142875"/>
              <a:ext cx="3640453" cy="839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4"/>
                </a:lnSpc>
              </a:pPr>
              <a:r>
                <a:rPr lang="en-US" sz="3438" b="true">
                  <a:solidFill>
                    <a:srgbClr val="D97A7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MOTIVAÇÃO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910753" y="537195"/>
              <a:ext cx="10413237" cy="1539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US" sz="2196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As mensagens transmitidas nos Filmes me inspiram a continuar evoluindo, mesmo quando o caminho se torna difícil.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156" y="477405"/>
            <a:ext cx="9760240" cy="2575215"/>
            <a:chOff x="0" y="0"/>
            <a:chExt cx="13013653" cy="3433620"/>
          </a:xfrm>
        </p:grpSpPr>
        <p:sp>
          <p:nvSpPr>
            <p:cNvPr name="Freeform 9" id="9"/>
            <p:cNvSpPr/>
            <p:nvPr/>
          </p:nvSpPr>
          <p:spPr>
            <a:xfrm>
              <a:off x="24262" y="815191"/>
              <a:ext cx="1025622" cy="2594167"/>
            </a:xfrm>
            <a:custGeom>
              <a:avLst/>
              <a:gdLst/>
              <a:ahLst/>
              <a:cxnLst/>
              <a:rect r="r" b="b" t="t" l="l"/>
              <a:pathLst>
                <a:path h="2594167" w="1025622">
                  <a:moveTo>
                    <a:pt x="1025622" y="2594168"/>
                  </a:moveTo>
                  <a:lnTo>
                    <a:pt x="291141" y="2594168"/>
                  </a:lnTo>
                  <a:cubicBezTo>
                    <a:pt x="213926" y="2594168"/>
                    <a:pt x="139873" y="2563494"/>
                    <a:pt x="85273" y="2508894"/>
                  </a:cubicBezTo>
                  <a:cubicBezTo>
                    <a:pt x="30674" y="2454295"/>
                    <a:pt x="0" y="2380242"/>
                    <a:pt x="0" y="2303026"/>
                  </a:cubicBezTo>
                  <a:lnTo>
                    <a:pt x="0" y="291142"/>
                  </a:lnTo>
                  <a:cubicBezTo>
                    <a:pt x="0" y="213926"/>
                    <a:pt x="30674" y="139873"/>
                    <a:pt x="85273" y="85274"/>
                  </a:cubicBezTo>
                  <a:cubicBezTo>
                    <a:pt x="139873" y="30674"/>
                    <a:pt x="213926" y="0"/>
                    <a:pt x="291141" y="0"/>
                  </a:cubicBezTo>
                  <a:lnTo>
                    <a:pt x="1025622" y="0"/>
                  </a:lnTo>
                </a:path>
              </a:pathLst>
            </a:custGeom>
            <a:ln cap="flat" w="48524">
              <a:solidFill>
                <a:srgbClr val="FFFFFF"/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49884" y="0"/>
              <a:ext cx="1630382" cy="1630382"/>
            </a:xfrm>
            <a:custGeom>
              <a:avLst/>
              <a:gdLst/>
              <a:ahLst/>
              <a:cxnLst/>
              <a:rect r="r" b="b" t="t" l="l"/>
              <a:pathLst>
                <a:path h="1630382" w="1630382">
                  <a:moveTo>
                    <a:pt x="0" y="0"/>
                  </a:moveTo>
                  <a:lnTo>
                    <a:pt x="1630382" y="0"/>
                  </a:lnTo>
                  <a:lnTo>
                    <a:pt x="1630382" y="1630382"/>
                  </a:lnTo>
                  <a:lnTo>
                    <a:pt x="0" y="1630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9492" y="229608"/>
              <a:ext cx="1171167" cy="1171167"/>
            </a:xfrm>
            <a:custGeom>
              <a:avLst/>
              <a:gdLst/>
              <a:ahLst/>
              <a:cxnLst/>
              <a:rect r="r" b="b" t="t" l="l"/>
              <a:pathLst>
                <a:path h="1171167" w="1171167">
                  <a:moveTo>
                    <a:pt x="0" y="0"/>
                  </a:moveTo>
                  <a:lnTo>
                    <a:pt x="1171166" y="0"/>
                  </a:lnTo>
                  <a:lnTo>
                    <a:pt x="1171166" y="1171167"/>
                  </a:lnTo>
                  <a:lnTo>
                    <a:pt x="0" y="1171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2680266" y="-142875"/>
              <a:ext cx="3962443" cy="839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4"/>
                </a:lnSpc>
              </a:pPr>
              <a:r>
                <a:rPr lang="en-US" sz="3438" b="true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CRIATIVDADE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910753" y="460058"/>
              <a:ext cx="10102900" cy="103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US" sz="2196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Os filmes do Studio Ghibli sempre estimularam minha imaginação e minha vontade de criar.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9156" y="2426726"/>
            <a:ext cx="9760240" cy="2580167"/>
            <a:chOff x="0" y="0"/>
            <a:chExt cx="13013653" cy="3440222"/>
          </a:xfrm>
        </p:grpSpPr>
        <p:sp>
          <p:nvSpPr>
            <p:cNvPr name="Freeform 15" id="15"/>
            <p:cNvSpPr/>
            <p:nvPr/>
          </p:nvSpPr>
          <p:spPr>
            <a:xfrm>
              <a:off x="24262" y="816669"/>
              <a:ext cx="1025622" cy="2599291"/>
            </a:xfrm>
            <a:custGeom>
              <a:avLst/>
              <a:gdLst/>
              <a:ahLst/>
              <a:cxnLst/>
              <a:rect r="r" b="b" t="t" l="l"/>
              <a:pathLst>
                <a:path h="2599291" w="1025622">
                  <a:moveTo>
                    <a:pt x="1025622" y="2599291"/>
                  </a:moveTo>
                  <a:lnTo>
                    <a:pt x="291141" y="2599291"/>
                  </a:lnTo>
                  <a:cubicBezTo>
                    <a:pt x="213926" y="2599291"/>
                    <a:pt x="139873" y="2568617"/>
                    <a:pt x="85273" y="2514018"/>
                  </a:cubicBezTo>
                  <a:cubicBezTo>
                    <a:pt x="30674" y="2459418"/>
                    <a:pt x="0" y="2385365"/>
                    <a:pt x="0" y="2308150"/>
                  </a:cubicBezTo>
                  <a:lnTo>
                    <a:pt x="0" y="291141"/>
                  </a:lnTo>
                  <a:cubicBezTo>
                    <a:pt x="0" y="213926"/>
                    <a:pt x="30674" y="139873"/>
                    <a:pt x="85273" y="85273"/>
                  </a:cubicBezTo>
                  <a:cubicBezTo>
                    <a:pt x="139873" y="30673"/>
                    <a:pt x="213926" y="0"/>
                    <a:pt x="291141" y="0"/>
                  </a:cubicBezTo>
                  <a:lnTo>
                    <a:pt x="1025622" y="0"/>
                  </a:lnTo>
                </a:path>
              </a:pathLst>
            </a:custGeom>
            <a:ln cap="flat" w="48524">
              <a:solidFill>
                <a:srgbClr val="FFFFFF"/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49884" y="1478"/>
              <a:ext cx="1630382" cy="1630382"/>
            </a:xfrm>
            <a:custGeom>
              <a:avLst/>
              <a:gdLst/>
              <a:ahLst/>
              <a:cxnLst/>
              <a:rect r="r" b="b" t="t" l="l"/>
              <a:pathLst>
                <a:path h="1630382" w="1630382">
                  <a:moveTo>
                    <a:pt x="0" y="0"/>
                  </a:moveTo>
                  <a:lnTo>
                    <a:pt x="1630382" y="0"/>
                  </a:lnTo>
                  <a:lnTo>
                    <a:pt x="1630382" y="1630382"/>
                  </a:lnTo>
                  <a:lnTo>
                    <a:pt x="0" y="1630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25169" y="191161"/>
              <a:ext cx="1279812" cy="1251016"/>
            </a:xfrm>
            <a:custGeom>
              <a:avLst/>
              <a:gdLst/>
              <a:ahLst/>
              <a:cxnLst/>
              <a:rect r="r" b="b" t="t" l="l"/>
              <a:pathLst>
                <a:path h="1251016" w="1279812">
                  <a:moveTo>
                    <a:pt x="0" y="0"/>
                  </a:moveTo>
                  <a:lnTo>
                    <a:pt x="1279812" y="0"/>
                  </a:lnTo>
                  <a:lnTo>
                    <a:pt x="1279812" y="1251016"/>
                  </a:lnTo>
                  <a:lnTo>
                    <a:pt x="0" y="125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680266" y="-142875"/>
              <a:ext cx="4599552" cy="839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4"/>
                </a:lnSpc>
              </a:pPr>
              <a:r>
                <a:rPr lang="en-US" b="true" sz="3438">
                  <a:solidFill>
                    <a:srgbClr val="7EAED9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AUTENTICIDADE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910753" y="426923"/>
              <a:ext cx="10102900" cy="103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US" sz="2196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 originalidade presente nos filmes sempre me inspirou a valorizar quem eu sou e aquilo em que acredito.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9156" y="4377302"/>
            <a:ext cx="9992993" cy="2579058"/>
            <a:chOff x="0" y="0"/>
            <a:chExt cx="13323991" cy="3438745"/>
          </a:xfrm>
        </p:grpSpPr>
        <p:sp>
          <p:nvSpPr>
            <p:cNvPr name="Freeform 21" id="21"/>
            <p:cNvSpPr/>
            <p:nvPr/>
          </p:nvSpPr>
          <p:spPr>
            <a:xfrm>
              <a:off x="24262" y="815191"/>
              <a:ext cx="1025622" cy="2599291"/>
            </a:xfrm>
            <a:custGeom>
              <a:avLst/>
              <a:gdLst/>
              <a:ahLst/>
              <a:cxnLst/>
              <a:rect r="r" b="b" t="t" l="l"/>
              <a:pathLst>
                <a:path h="2599291" w="1025622">
                  <a:moveTo>
                    <a:pt x="1025622" y="2599292"/>
                  </a:moveTo>
                  <a:lnTo>
                    <a:pt x="291141" y="2599292"/>
                  </a:lnTo>
                  <a:cubicBezTo>
                    <a:pt x="213926" y="2599292"/>
                    <a:pt x="139873" y="2568618"/>
                    <a:pt x="85273" y="2514018"/>
                  </a:cubicBezTo>
                  <a:cubicBezTo>
                    <a:pt x="30674" y="2459419"/>
                    <a:pt x="0" y="2385366"/>
                    <a:pt x="0" y="2308150"/>
                  </a:cubicBezTo>
                  <a:lnTo>
                    <a:pt x="0" y="291142"/>
                  </a:lnTo>
                  <a:cubicBezTo>
                    <a:pt x="0" y="213926"/>
                    <a:pt x="30674" y="139873"/>
                    <a:pt x="85273" y="85274"/>
                  </a:cubicBezTo>
                  <a:cubicBezTo>
                    <a:pt x="139873" y="30674"/>
                    <a:pt x="213926" y="0"/>
                    <a:pt x="291141" y="0"/>
                  </a:cubicBezTo>
                  <a:lnTo>
                    <a:pt x="1025622" y="0"/>
                  </a:lnTo>
                </a:path>
              </a:pathLst>
            </a:custGeom>
            <a:ln cap="flat" w="48524">
              <a:solidFill>
                <a:srgbClr val="FFFFFF"/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49884" y="0"/>
              <a:ext cx="1630382" cy="1630382"/>
            </a:xfrm>
            <a:custGeom>
              <a:avLst/>
              <a:gdLst/>
              <a:ahLst/>
              <a:cxnLst/>
              <a:rect r="r" b="b" t="t" l="l"/>
              <a:pathLst>
                <a:path h="1630382" w="1630382">
                  <a:moveTo>
                    <a:pt x="0" y="0"/>
                  </a:moveTo>
                  <a:lnTo>
                    <a:pt x="1630382" y="0"/>
                  </a:lnTo>
                  <a:lnTo>
                    <a:pt x="1630382" y="1630382"/>
                  </a:lnTo>
                  <a:lnTo>
                    <a:pt x="0" y="1630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42096" y="118333"/>
              <a:ext cx="1445959" cy="1445959"/>
            </a:xfrm>
            <a:custGeom>
              <a:avLst/>
              <a:gdLst/>
              <a:ahLst/>
              <a:cxnLst/>
              <a:rect r="r" b="b" t="t" l="l"/>
              <a:pathLst>
                <a:path h="1445959" w="1445959">
                  <a:moveTo>
                    <a:pt x="0" y="0"/>
                  </a:moveTo>
                  <a:lnTo>
                    <a:pt x="1445958" y="0"/>
                  </a:lnTo>
                  <a:lnTo>
                    <a:pt x="1445958" y="1445959"/>
                  </a:lnTo>
                  <a:lnTo>
                    <a:pt x="0" y="1445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680266" y="-24542"/>
              <a:ext cx="4041815" cy="839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4"/>
                </a:lnSpc>
              </a:pPr>
              <a:r>
                <a:rPr lang="en-US" b="true" sz="3438">
                  <a:solidFill>
                    <a:srgbClr val="E6C76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IMAGINAÇÃO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910753" y="728826"/>
              <a:ext cx="10413237" cy="1539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US" sz="2196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Os mundos magicos dos filmes me mostraram a importância de continuar imaginando, explorando e criando, mesmo na vida adulta.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2681" y="8197077"/>
            <a:ext cx="9239468" cy="1612518"/>
            <a:chOff x="0" y="0"/>
            <a:chExt cx="12319291" cy="2150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5184" y="105550"/>
              <a:ext cx="1630382" cy="1630382"/>
            </a:xfrm>
            <a:custGeom>
              <a:avLst/>
              <a:gdLst/>
              <a:ahLst/>
              <a:cxnLst/>
              <a:rect r="r" b="b" t="t" l="l"/>
              <a:pathLst>
                <a:path h="1630382" w="1630382">
                  <a:moveTo>
                    <a:pt x="0" y="0"/>
                  </a:moveTo>
                  <a:lnTo>
                    <a:pt x="1630383" y="0"/>
                  </a:lnTo>
                  <a:lnTo>
                    <a:pt x="1630383" y="1630383"/>
                  </a:lnTo>
                  <a:lnTo>
                    <a:pt x="0" y="1630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247993"/>
              <a:ext cx="1663675" cy="1345497"/>
            </a:xfrm>
            <a:custGeom>
              <a:avLst/>
              <a:gdLst/>
              <a:ahLst/>
              <a:cxnLst/>
              <a:rect r="r" b="b" t="t" l="l"/>
              <a:pathLst>
                <a:path h="1345497" w="1663675">
                  <a:moveTo>
                    <a:pt x="0" y="0"/>
                  </a:moveTo>
                  <a:lnTo>
                    <a:pt x="1663675" y="0"/>
                  </a:lnTo>
                  <a:lnTo>
                    <a:pt x="1663675" y="1345497"/>
                  </a:lnTo>
                  <a:lnTo>
                    <a:pt x="0" y="1345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675567" y="-142875"/>
              <a:ext cx="2633731" cy="839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4"/>
                </a:lnSpc>
              </a:pPr>
              <a:r>
                <a:rPr lang="en-US" sz="3438" b="true">
                  <a:solidFill>
                    <a:srgbClr val="E8A87C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AMIZADE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906054" y="610494"/>
              <a:ext cx="10413237" cy="1539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US" sz="2196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Muitas das histórias que mais me marcaram mostram que a amizade pode ser uma fonte de força, apoio e transformação nos momentos mais difíceis.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412002" y="0"/>
            <a:ext cx="10585732" cy="10585732"/>
          </a:xfrm>
          <a:custGeom>
            <a:avLst/>
            <a:gdLst/>
            <a:ahLst/>
            <a:cxnLst/>
            <a:rect r="r" b="b" t="t" l="l"/>
            <a:pathLst>
              <a:path h="10585732" w="10585732">
                <a:moveTo>
                  <a:pt x="0" y="0"/>
                </a:moveTo>
                <a:lnTo>
                  <a:pt x="10585731" y="0"/>
                </a:lnTo>
                <a:lnTo>
                  <a:pt x="10585731" y="10585732"/>
                </a:lnTo>
                <a:lnTo>
                  <a:pt x="0" y="1058573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973168" y="3812446"/>
            <a:ext cx="10024565" cy="3086100"/>
            <a:chOff x="0" y="0"/>
            <a:chExt cx="13366087" cy="41148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1406451" y="0"/>
              <a:ext cx="11959636" cy="4114800"/>
              <a:chOff x="0" y="0"/>
              <a:chExt cx="2362397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36239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2362397">
                    <a:moveTo>
                      <a:pt x="44019" y="0"/>
                    </a:moveTo>
                    <a:lnTo>
                      <a:pt x="2318378" y="0"/>
                    </a:lnTo>
                    <a:cubicBezTo>
                      <a:pt x="2330053" y="0"/>
                      <a:pt x="2341249" y="4638"/>
                      <a:pt x="2349504" y="12893"/>
                    </a:cubicBezTo>
                    <a:cubicBezTo>
                      <a:pt x="2357760" y="21148"/>
                      <a:pt x="2362397" y="32344"/>
                      <a:pt x="2362397" y="44019"/>
                    </a:cubicBezTo>
                    <a:lnTo>
                      <a:pt x="2362397" y="768781"/>
                    </a:lnTo>
                    <a:cubicBezTo>
                      <a:pt x="2362397" y="780456"/>
                      <a:pt x="2357760" y="791652"/>
                      <a:pt x="2349504" y="799907"/>
                    </a:cubicBezTo>
                    <a:cubicBezTo>
                      <a:pt x="2341249" y="808162"/>
                      <a:pt x="2330053" y="812800"/>
                      <a:pt x="2318378" y="812800"/>
                    </a:cubicBezTo>
                    <a:lnTo>
                      <a:pt x="44019" y="812800"/>
                    </a:lnTo>
                    <a:cubicBezTo>
                      <a:pt x="32344" y="812800"/>
                      <a:pt x="21148" y="808162"/>
                      <a:pt x="12893" y="799907"/>
                    </a:cubicBezTo>
                    <a:cubicBezTo>
                      <a:pt x="4638" y="791652"/>
                      <a:pt x="0" y="780456"/>
                      <a:pt x="0" y="768781"/>
                    </a:cubicBezTo>
                    <a:lnTo>
                      <a:pt x="0" y="44019"/>
                    </a:lnTo>
                    <a:cubicBezTo>
                      <a:pt x="0" y="32344"/>
                      <a:pt x="4638" y="21148"/>
                      <a:pt x="12893" y="12893"/>
                    </a:cubicBezTo>
                    <a:cubicBezTo>
                      <a:pt x="21148" y="4638"/>
                      <a:pt x="32344" y="0"/>
                      <a:pt x="44019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33350"/>
                <a:ext cx="2362397" cy="946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344404"/>
              <a:ext cx="11012400" cy="3298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84"/>
                </a:lnSpc>
              </a:pPr>
              <a:r>
                <a:rPr lang="en-US" sz="477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ENSINAMENTOS</a:t>
              </a:r>
            </a:p>
            <a:p>
              <a:pPr algn="ctr">
                <a:lnSpc>
                  <a:spcPts val="6684"/>
                </a:lnSpc>
              </a:pPr>
              <a:r>
                <a:rPr lang="en-US" sz="477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</a:t>
              </a:r>
            </a:p>
            <a:p>
              <a:pPr algn="ctr">
                <a:lnSpc>
                  <a:spcPts val="6684"/>
                </a:lnSpc>
              </a:pPr>
              <a:r>
                <a:rPr lang="en-US" sz="477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VALORES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27357" y="-1128954"/>
            <a:ext cx="8434828" cy="12224389"/>
          </a:xfrm>
          <a:custGeom>
            <a:avLst/>
            <a:gdLst/>
            <a:ahLst/>
            <a:cxnLst/>
            <a:rect r="r" b="b" t="t" l="l"/>
            <a:pathLst>
              <a:path h="12224389" w="8434828">
                <a:moveTo>
                  <a:pt x="0" y="0"/>
                </a:moveTo>
                <a:lnTo>
                  <a:pt x="8434828" y="0"/>
                </a:lnTo>
                <a:lnTo>
                  <a:pt x="8434828" y="12224389"/>
                </a:lnTo>
                <a:lnTo>
                  <a:pt x="0" y="12224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251" y="540912"/>
            <a:ext cx="14260061" cy="880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sz="5177" b="true">
                <a:solidFill>
                  <a:srgbClr val="6FAF8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 de Desenvolvimento Sustentável</a:t>
            </a:r>
          </a:p>
        </p:txBody>
      </p:sp>
      <p:sp>
        <p:nvSpPr>
          <p:cNvPr name="AutoShape 4" id="4"/>
          <p:cNvSpPr/>
          <p:nvPr/>
        </p:nvSpPr>
        <p:spPr>
          <a:xfrm>
            <a:off x="838213" y="1421217"/>
            <a:ext cx="12364199" cy="0"/>
          </a:xfrm>
          <a:prstGeom prst="line">
            <a:avLst/>
          </a:prstGeom>
          <a:ln cap="flat" w="38100">
            <a:solidFill>
              <a:srgbClr val="6FAF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128392" y="2113756"/>
            <a:ext cx="6031216" cy="6059488"/>
          </a:xfrm>
          <a:custGeom>
            <a:avLst/>
            <a:gdLst/>
            <a:ahLst/>
            <a:cxnLst/>
            <a:rect r="r" b="b" t="t" l="l"/>
            <a:pathLst>
              <a:path h="6059488" w="6031216">
                <a:moveTo>
                  <a:pt x="0" y="0"/>
                </a:moveTo>
                <a:lnTo>
                  <a:pt x="6031216" y="0"/>
                </a:lnTo>
                <a:lnTo>
                  <a:pt x="6031216" y="6059488"/>
                </a:lnTo>
                <a:lnTo>
                  <a:pt x="0" y="6059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86541" y="-261296"/>
            <a:ext cx="19061081" cy="11264194"/>
            <a:chOff x="0" y="0"/>
            <a:chExt cx="5020203" cy="29667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20202" cy="2966701"/>
            </a:xfrm>
            <a:custGeom>
              <a:avLst/>
              <a:gdLst/>
              <a:ahLst/>
              <a:cxnLst/>
              <a:rect r="r" b="b" t="t" l="l"/>
              <a:pathLst>
                <a:path h="2966701" w="5020202">
                  <a:moveTo>
                    <a:pt x="20714" y="0"/>
                  </a:moveTo>
                  <a:lnTo>
                    <a:pt x="4999488" y="0"/>
                  </a:lnTo>
                  <a:cubicBezTo>
                    <a:pt x="5010928" y="0"/>
                    <a:pt x="5020202" y="9274"/>
                    <a:pt x="5020202" y="20714"/>
                  </a:cubicBezTo>
                  <a:lnTo>
                    <a:pt x="5020202" y="2945987"/>
                  </a:lnTo>
                  <a:cubicBezTo>
                    <a:pt x="5020202" y="2951481"/>
                    <a:pt x="5018020" y="2956750"/>
                    <a:pt x="5014135" y="2960634"/>
                  </a:cubicBezTo>
                  <a:cubicBezTo>
                    <a:pt x="5010251" y="2964519"/>
                    <a:pt x="5004982" y="2966701"/>
                    <a:pt x="4999488" y="2966701"/>
                  </a:cubicBezTo>
                  <a:lnTo>
                    <a:pt x="20714" y="2966701"/>
                  </a:lnTo>
                  <a:cubicBezTo>
                    <a:pt x="15221" y="2966701"/>
                    <a:pt x="9952" y="2964519"/>
                    <a:pt x="6067" y="2960634"/>
                  </a:cubicBezTo>
                  <a:cubicBezTo>
                    <a:pt x="2182" y="2956750"/>
                    <a:pt x="0" y="2951481"/>
                    <a:pt x="0" y="2945987"/>
                  </a:cubicBezTo>
                  <a:lnTo>
                    <a:pt x="0" y="20714"/>
                  </a:lnTo>
                  <a:cubicBezTo>
                    <a:pt x="0" y="15221"/>
                    <a:pt x="2182" y="9952"/>
                    <a:pt x="6067" y="6067"/>
                  </a:cubicBezTo>
                  <a:cubicBezTo>
                    <a:pt x="9952" y="2182"/>
                    <a:pt x="15221" y="0"/>
                    <a:pt x="20714" y="0"/>
                  </a:cubicBezTo>
                  <a:close/>
                </a:path>
              </a:pathLst>
            </a:custGeom>
            <a:solidFill>
              <a:srgbClr val="000000">
                <a:alpha val="61961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5020203" cy="3061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  <a:p>
              <a:pPr algn="ctr">
                <a:lnSpc>
                  <a:spcPts val="3220"/>
                </a:lnSpc>
              </a:pPr>
            </a:p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5441" y="2341058"/>
            <a:ext cx="5652110" cy="5736162"/>
            <a:chOff x="0" y="0"/>
            <a:chExt cx="7536147" cy="764821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211905"/>
              <a:ext cx="7536147" cy="7436311"/>
              <a:chOff x="0" y="0"/>
              <a:chExt cx="2186581" cy="215761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86581" cy="2157615"/>
              </a:xfrm>
              <a:custGeom>
                <a:avLst/>
                <a:gdLst/>
                <a:ahLst/>
                <a:cxnLst/>
                <a:rect r="r" b="b" t="t" l="l"/>
                <a:pathLst>
                  <a:path h="2157615" w="2186581">
                    <a:moveTo>
                      <a:pt x="69857" y="0"/>
                    </a:moveTo>
                    <a:lnTo>
                      <a:pt x="2116725" y="0"/>
                    </a:lnTo>
                    <a:cubicBezTo>
                      <a:pt x="2135252" y="0"/>
                      <a:pt x="2153020" y="7360"/>
                      <a:pt x="2166121" y="20461"/>
                    </a:cubicBezTo>
                    <a:cubicBezTo>
                      <a:pt x="2179222" y="33561"/>
                      <a:pt x="2186581" y="51330"/>
                      <a:pt x="2186581" y="69857"/>
                    </a:cubicBezTo>
                    <a:lnTo>
                      <a:pt x="2186581" y="2087758"/>
                    </a:lnTo>
                    <a:cubicBezTo>
                      <a:pt x="2186581" y="2106285"/>
                      <a:pt x="2179222" y="2124053"/>
                      <a:pt x="2166121" y="2137154"/>
                    </a:cubicBezTo>
                    <a:cubicBezTo>
                      <a:pt x="2153020" y="2150255"/>
                      <a:pt x="2135252" y="2157615"/>
                      <a:pt x="2116725" y="2157615"/>
                    </a:cubicBezTo>
                    <a:lnTo>
                      <a:pt x="69857" y="2157615"/>
                    </a:lnTo>
                    <a:cubicBezTo>
                      <a:pt x="51330" y="2157615"/>
                      <a:pt x="33561" y="2150255"/>
                      <a:pt x="20461" y="2137154"/>
                    </a:cubicBezTo>
                    <a:cubicBezTo>
                      <a:pt x="7360" y="2124053"/>
                      <a:pt x="0" y="2106285"/>
                      <a:pt x="0" y="2087758"/>
                    </a:cubicBezTo>
                    <a:lnTo>
                      <a:pt x="0" y="69857"/>
                    </a:lnTo>
                    <a:cubicBezTo>
                      <a:pt x="0" y="51330"/>
                      <a:pt x="7360" y="33561"/>
                      <a:pt x="20461" y="20461"/>
                    </a:cubicBezTo>
                    <a:cubicBezTo>
                      <a:pt x="33561" y="7360"/>
                      <a:pt x="51330" y="0"/>
                      <a:pt x="6985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42875"/>
                <a:ext cx="2186581" cy="2300490"/>
              </a:xfrm>
              <a:prstGeom prst="rect">
                <a:avLst/>
              </a:prstGeom>
            </p:spPr>
            <p:txBody>
              <a:bodyPr anchor="ctr" rtlCol="false" tIns="34585" lIns="34585" bIns="34585" rIns="34585"/>
              <a:lstStyle/>
              <a:p>
                <a:pPr algn="ctr">
                  <a:lnSpc>
                    <a:spcPts val="413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211905"/>
              <a:ext cx="7536147" cy="1460734"/>
              <a:chOff x="0" y="0"/>
              <a:chExt cx="2186581" cy="42382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86581" cy="423826"/>
              </a:xfrm>
              <a:custGeom>
                <a:avLst/>
                <a:gdLst/>
                <a:ahLst/>
                <a:cxnLst/>
                <a:rect r="r" b="b" t="t" l="l"/>
                <a:pathLst>
                  <a:path h="423826" w="2186581">
                    <a:moveTo>
                      <a:pt x="15067" y="0"/>
                    </a:moveTo>
                    <a:lnTo>
                      <a:pt x="2171514" y="0"/>
                    </a:lnTo>
                    <a:cubicBezTo>
                      <a:pt x="2175510" y="0"/>
                      <a:pt x="2179343" y="1587"/>
                      <a:pt x="2182168" y="4413"/>
                    </a:cubicBezTo>
                    <a:cubicBezTo>
                      <a:pt x="2184994" y="7239"/>
                      <a:pt x="2186581" y="11071"/>
                      <a:pt x="2186581" y="15067"/>
                    </a:cubicBezTo>
                    <a:lnTo>
                      <a:pt x="2186581" y="408759"/>
                    </a:lnTo>
                    <a:cubicBezTo>
                      <a:pt x="2186581" y="412755"/>
                      <a:pt x="2184994" y="416587"/>
                      <a:pt x="2182168" y="419413"/>
                    </a:cubicBezTo>
                    <a:cubicBezTo>
                      <a:pt x="2179343" y="422239"/>
                      <a:pt x="2175510" y="423826"/>
                      <a:pt x="2171514" y="423826"/>
                    </a:cubicBezTo>
                    <a:lnTo>
                      <a:pt x="15067" y="423826"/>
                    </a:lnTo>
                    <a:cubicBezTo>
                      <a:pt x="6746" y="423826"/>
                      <a:pt x="0" y="417080"/>
                      <a:pt x="0" y="408759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42875"/>
                <a:ext cx="2186581" cy="566701"/>
              </a:xfrm>
              <a:prstGeom prst="rect">
                <a:avLst/>
              </a:prstGeom>
            </p:spPr>
            <p:txBody>
              <a:bodyPr anchor="ctr" rtlCol="false" tIns="34585" lIns="34585" bIns="34585" rIns="34585"/>
              <a:lstStyle/>
              <a:p>
                <a:pPr algn="ctr">
                  <a:lnSpc>
                    <a:spcPts val="413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2825801" y="0"/>
              <a:ext cx="1884545" cy="1884545"/>
            </a:xfrm>
            <a:custGeom>
              <a:avLst/>
              <a:gdLst/>
              <a:ahLst/>
              <a:cxnLst/>
              <a:rect r="r" b="b" t="t" l="l"/>
              <a:pathLst>
                <a:path h="1884545" w="1884545">
                  <a:moveTo>
                    <a:pt x="0" y="0"/>
                  </a:moveTo>
                  <a:lnTo>
                    <a:pt x="1884545" y="0"/>
                  </a:lnTo>
                  <a:lnTo>
                    <a:pt x="1884545" y="1884545"/>
                  </a:lnTo>
                  <a:lnTo>
                    <a:pt x="0" y="1884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887220" y="61419"/>
              <a:ext cx="1761708" cy="1761708"/>
            </a:xfrm>
            <a:custGeom>
              <a:avLst/>
              <a:gdLst/>
              <a:ahLst/>
              <a:cxnLst/>
              <a:rect r="r" b="b" t="t" l="l"/>
              <a:pathLst>
                <a:path h="1761708" w="1761708">
                  <a:moveTo>
                    <a:pt x="0" y="0"/>
                  </a:moveTo>
                  <a:lnTo>
                    <a:pt x="1761707" y="0"/>
                  </a:lnTo>
                  <a:lnTo>
                    <a:pt x="1761707" y="1761707"/>
                  </a:lnTo>
                  <a:lnTo>
                    <a:pt x="0" y="1761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274706" y="1956352"/>
              <a:ext cx="4986734" cy="871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Hayao Miyazaki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415759" y="2768644"/>
              <a:ext cx="4704629" cy="4472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545454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"Eu acredito no poder da história. Acredito que as histórias têm um papel importante a desempenhar na formação do ser humano, que podem estimular, surpreender e inspirar seus ouvintes.</a:t>
              </a:r>
              <a:r>
                <a:rPr lang="en-US" b="true" sz="2100">
                  <a:solidFill>
                    <a:srgbClr val="545454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40018" y="2502720"/>
            <a:ext cx="5652110" cy="5736162"/>
            <a:chOff x="0" y="0"/>
            <a:chExt cx="7536147" cy="764821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211905"/>
              <a:ext cx="7536147" cy="7436311"/>
              <a:chOff x="0" y="0"/>
              <a:chExt cx="2186581" cy="215761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86581" cy="2157615"/>
              </a:xfrm>
              <a:custGeom>
                <a:avLst/>
                <a:gdLst/>
                <a:ahLst/>
                <a:cxnLst/>
                <a:rect r="r" b="b" t="t" l="l"/>
                <a:pathLst>
                  <a:path h="2157615" w="2186581">
                    <a:moveTo>
                      <a:pt x="69857" y="0"/>
                    </a:moveTo>
                    <a:lnTo>
                      <a:pt x="2116725" y="0"/>
                    </a:lnTo>
                    <a:cubicBezTo>
                      <a:pt x="2135252" y="0"/>
                      <a:pt x="2153020" y="7360"/>
                      <a:pt x="2166121" y="20461"/>
                    </a:cubicBezTo>
                    <a:cubicBezTo>
                      <a:pt x="2179222" y="33561"/>
                      <a:pt x="2186581" y="51330"/>
                      <a:pt x="2186581" y="69857"/>
                    </a:cubicBezTo>
                    <a:lnTo>
                      <a:pt x="2186581" y="2087758"/>
                    </a:lnTo>
                    <a:cubicBezTo>
                      <a:pt x="2186581" y="2106285"/>
                      <a:pt x="2179222" y="2124053"/>
                      <a:pt x="2166121" y="2137154"/>
                    </a:cubicBezTo>
                    <a:cubicBezTo>
                      <a:pt x="2153020" y="2150255"/>
                      <a:pt x="2135252" y="2157615"/>
                      <a:pt x="2116725" y="2157615"/>
                    </a:cubicBezTo>
                    <a:lnTo>
                      <a:pt x="69857" y="2157615"/>
                    </a:lnTo>
                    <a:cubicBezTo>
                      <a:pt x="51330" y="2157615"/>
                      <a:pt x="33561" y="2150255"/>
                      <a:pt x="20461" y="2137154"/>
                    </a:cubicBezTo>
                    <a:cubicBezTo>
                      <a:pt x="7360" y="2124053"/>
                      <a:pt x="0" y="2106285"/>
                      <a:pt x="0" y="2087758"/>
                    </a:cubicBezTo>
                    <a:lnTo>
                      <a:pt x="0" y="69857"/>
                    </a:lnTo>
                    <a:cubicBezTo>
                      <a:pt x="0" y="51330"/>
                      <a:pt x="7360" y="33561"/>
                      <a:pt x="20461" y="20461"/>
                    </a:cubicBezTo>
                    <a:cubicBezTo>
                      <a:pt x="33561" y="7360"/>
                      <a:pt x="51330" y="0"/>
                      <a:pt x="6985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42875"/>
                <a:ext cx="2186581" cy="2300490"/>
              </a:xfrm>
              <a:prstGeom prst="rect">
                <a:avLst/>
              </a:prstGeom>
            </p:spPr>
            <p:txBody>
              <a:bodyPr anchor="ctr" rtlCol="false" tIns="34585" lIns="34585" bIns="34585" rIns="34585"/>
              <a:lstStyle/>
              <a:p>
                <a:pPr algn="ctr">
                  <a:lnSpc>
                    <a:spcPts val="413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211905"/>
              <a:ext cx="7536147" cy="1460734"/>
              <a:chOff x="0" y="0"/>
              <a:chExt cx="2186581" cy="42382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86581" cy="423826"/>
              </a:xfrm>
              <a:custGeom>
                <a:avLst/>
                <a:gdLst/>
                <a:ahLst/>
                <a:cxnLst/>
                <a:rect r="r" b="b" t="t" l="l"/>
                <a:pathLst>
                  <a:path h="423826" w="2186581">
                    <a:moveTo>
                      <a:pt x="15067" y="0"/>
                    </a:moveTo>
                    <a:lnTo>
                      <a:pt x="2171514" y="0"/>
                    </a:lnTo>
                    <a:cubicBezTo>
                      <a:pt x="2175510" y="0"/>
                      <a:pt x="2179343" y="1587"/>
                      <a:pt x="2182168" y="4413"/>
                    </a:cubicBezTo>
                    <a:cubicBezTo>
                      <a:pt x="2184994" y="7239"/>
                      <a:pt x="2186581" y="11071"/>
                      <a:pt x="2186581" y="15067"/>
                    </a:cubicBezTo>
                    <a:lnTo>
                      <a:pt x="2186581" y="408759"/>
                    </a:lnTo>
                    <a:cubicBezTo>
                      <a:pt x="2186581" y="412755"/>
                      <a:pt x="2184994" y="416587"/>
                      <a:pt x="2182168" y="419413"/>
                    </a:cubicBezTo>
                    <a:cubicBezTo>
                      <a:pt x="2179343" y="422239"/>
                      <a:pt x="2175510" y="423826"/>
                      <a:pt x="2171514" y="423826"/>
                    </a:cubicBezTo>
                    <a:lnTo>
                      <a:pt x="15067" y="423826"/>
                    </a:lnTo>
                    <a:cubicBezTo>
                      <a:pt x="6746" y="423826"/>
                      <a:pt x="0" y="417080"/>
                      <a:pt x="0" y="408759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7EAED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42875"/>
                <a:ext cx="2186581" cy="566701"/>
              </a:xfrm>
              <a:prstGeom prst="rect">
                <a:avLst/>
              </a:prstGeom>
            </p:spPr>
            <p:txBody>
              <a:bodyPr anchor="ctr" rtlCol="false" tIns="34585" lIns="34585" bIns="34585" rIns="34585"/>
              <a:lstStyle/>
              <a:p>
                <a:pPr algn="ctr">
                  <a:lnSpc>
                    <a:spcPts val="4139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2825801" y="0"/>
              <a:ext cx="1884545" cy="1884545"/>
            </a:xfrm>
            <a:custGeom>
              <a:avLst/>
              <a:gdLst/>
              <a:ahLst/>
              <a:cxnLst/>
              <a:rect r="r" b="b" t="t" l="l"/>
              <a:pathLst>
                <a:path h="1884545" w="1884545">
                  <a:moveTo>
                    <a:pt x="0" y="0"/>
                  </a:moveTo>
                  <a:lnTo>
                    <a:pt x="1884545" y="0"/>
                  </a:lnTo>
                  <a:lnTo>
                    <a:pt x="1884545" y="1884545"/>
                  </a:lnTo>
                  <a:lnTo>
                    <a:pt x="0" y="1884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887220" y="61419"/>
              <a:ext cx="1761708" cy="1761708"/>
            </a:xfrm>
            <a:custGeom>
              <a:avLst/>
              <a:gdLst/>
              <a:ahLst/>
              <a:cxnLst/>
              <a:rect r="r" b="b" t="t" l="l"/>
              <a:pathLst>
                <a:path h="1761708" w="1761708">
                  <a:moveTo>
                    <a:pt x="0" y="0"/>
                  </a:moveTo>
                  <a:lnTo>
                    <a:pt x="1761707" y="0"/>
                  </a:lnTo>
                  <a:lnTo>
                    <a:pt x="1761707" y="1761707"/>
                  </a:lnTo>
                  <a:lnTo>
                    <a:pt x="0" y="1761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274706" y="1956352"/>
              <a:ext cx="4986734" cy="871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7EAED9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Hayao Miyazaki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415759" y="3174183"/>
              <a:ext cx="4704629" cy="19960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545454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"Gostari</a:t>
              </a:r>
              <a:r>
                <a:rPr lang="en-US" b="true" sz="2100">
                  <a:solidFill>
                    <a:srgbClr val="545454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 de fazer um filme para dizer às crianças: 'É bom estar vivo' "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17804" y="0"/>
            <a:ext cx="9252392" cy="10287000"/>
          </a:xfrm>
          <a:custGeom>
            <a:avLst/>
            <a:gdLst/>
            <a:ahLst/>
            <a:cxnLst/>
            <a:rect r="r" b="b" t="t" l="l"/>
            <a:pathLst>
              <a:path h="10287000" w="9252392">
                <a:moveTo>
                  <a:pt x="0" y="0"/>
                </a:moveTo>
                <a:lnTo>
                  <a:pt x="9252392" y="0"/>
                </a:lnTo>
                <a:lnTo>
                  <a:pt x="92523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</a:blip>
            <a:stretch>
              <a:fillRect l="0" t="-3483" r="0" b="-449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6425" y="5429743"/>
            <a:ext cx="12289035" cy="198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23"/>
              </a:lnSpc>
            </a:pPr>
            <a:r>
              <a:rPr lang="en-US" sz="10588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Biblioteca do </a:t>
            </a:r>
            <a:r>
              <a:rPr lang="en-US" sz="10588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Howl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88950" y="3836784"/>
            <a:ext cx="10763986" cy="21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59"/>
              </a:lnSpc>
            </a:pPr>
            <a:r>
              <a:rPr lang="en-US" sz="11470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ハウル図書館</a:t>
            </a:r>
          </a:p>
        </p:txBody>
      </p:sp>
      <p:sp>
        <p:nvSpPr>
          <p:cNvPr name="AutoShape 5" id="5"/>
          <p:cNvSpPr/>
          <p:nvPr/>
        </p:nvSpPr>
        <p:spPr>
          <a:xfrm>
            <a:off x="2707231" y="5839318"/>
            <a:ext cx="12873538" cy="0"/>
          </a:xfrm>
          <a:prstGeom prst="line">
            <a:avLst/>
          </a:prstGeom>
          <a:ln cap="flat" w="857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17804" y="0"/>
            <a:ext cx="9252392" cy="10287000"/>
          </a:xfrm>
          <a:custGeom>
            <a:avLst/>
            <a:gdLst/>
            <a:ahLst/>
            <a:cxnLst/>
            <a:rect r="r" b="b" t="t" l="l"/>
            <a:pathLst>
              <a:path h="10287000" w="9252392">
                <a:moveTo>
                  <a:pt x="0" y="0"/>
                </a:moveTo>
                <a:lnTo>
                  <a:pt x="9252392" y="0"/>
                </a:lnTo>
                <a:lnTo>
                  <a:pt x="92523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</a:blip>
            <a:stretch>
              <a:fillRect l="0" t="-3483" r="0" b="-449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53694" y="1995845"/>
            <a:ext cx="12860288" cy="139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9"/>
              </a:lnSpc>
            </a:pPr>
            <a:r>
              <a:rPr lang="en-US" sz="7299" b="true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FERRAMENTAS DE GESTÃO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26425" y="5429743"/>
            <a:ext cx="12289035" cy="198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23"/>
              </a:lnSpc>
            </a:pPr>
            <a:r>
              <a:rPr lang="en-US" sz="10588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Biblioteca do </a:t>
            </a:r>
            <a:r>
              <a:rPr lang="en-US" sz="10588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Howl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88950" y="3836784"/>
            <a:ext cx="10763986" cy="21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59"/>
              </a:lnSpc>
            </a:pPr>
            <a:r>
              <a:rPr lang="en-US" sz="11470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ハウル図書館</a:t>
            </a:r>
          </a:p>
        </p:txBody>
      </p:sp>
      <p:sp>
        <p:nvSpPr>
          <p:cNvPr name="AutoShape 6" id="6"/>
          <p:cNvSpPr/>
          <p:nvPr/>
        </p:nvSpPr>
        <p:spPr>
          <a:xfrm>
            <a:off x="2707231" y="5839318"/>
            <a:ext cx="12873538" cy="0"/>
          </a:xfrm>
          <a:prstGeom prst="line">
            <a:avLst/>
          </a:prstGeom>
          <a:ln cap="flat" w="857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990" y="333685"/>
            <a:ext cx="1877543" cy="98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sz="5177" b="true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Trello</a:t>
            </a:r>
          </a:p>
        </p:txBody>
      </p:sp>
      <p:sp>
        <p:nvSpPr>
          <p:cNvPr name="AutoShape 3" id="3"/>
          <p:cNvSpPr/>
          <p:nvPr/>
        </p:nvSpPr>
        <p:spPr>
          <a:xfrm>
            <a:off x="321990" y="1316572"/>
            <a:ext cx="1634389" cy="0"/>
          </a:xfrm>
          <a:prstGeom prst="line">
            <a:avLst/>
          </a:prstGeom>
          <a:ln cap="flat" w="38100">
            <a:solidFill>
              <a:srgbClr val="6FAF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99532" y="1574359"/>
            <a:ext cx="13888935" cy="8392649"/>
          </a:xfrm>
          <a:custGeom>
            <a:avLst/>
            <a:gdLst/>
            <a:ahLst/>
            <a:cxnLst/>
            <a:rect r="r" b="b" t="t" l="l"/>
            <a:pathLst>
              <a:path h="8392649" w="13888935">
                <a:moveTo>
                  <a:pt x="0" y="0"/>
                </a:moveTo>
                <a:lnTo>
                  <a:pt x="13888936" y="0"/>
                </a:lnTo>
                <a:lnTo>
                  <a:pt x="13888936" y="8392649"/>
                </a:lnTo>
                <a:lnTo>
                  <a:pt x="0" y="8392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6046" b="0"/>
            </a:stretch>
          </a:blipFill>
          <a:ln w="28575" cap="sq">
            <a:solidFill>
              <a:srgbClr val="FEFEFE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990" y="333685"/>
            <a:ext cx="3014079" cy="98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sz="5177" b="true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GITHUB</a:t>
            </a:r>
          </a:p>
        </p:txBody>
      </p:sp>
      <p:sp>
        <p:nvSpPr>
          <p:cNvPr name="AutoShape 3" id="3"/>
          <p:cNvSpPr/>
          <p:nvPr/>
        </p:nvSpPr>
        <p:spPr>
          <a:xfrm>
            <a:off x="614707" y="1316572"/>
            <a:ext cx="2372917" cy="2194"/>
          </a:xfrm>
          <a:prstGeom prst="line">
            <a:avLst/>
          </a:prstGeom>
          <a:ln cap="flat" w="38100">
            <a:solidFill>
              <a:srgbClr val="6FAF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677151" y="1585516"/>
            <a:ext cx="12933698" cy="8405920"/>
          </a:xfrm>
          <a:custGeom>
            <a:avLst/>
            <a:gdLst/>
            <a:ahLst/>
            <a:cxnLst/>
            <a:rect r="r" b="b" t="t" l="l"/>
            <a:pathLst>
              <a:path h="8405920" w="12933698">
                <a:moveTo>
                  <a:pt x="0" y="0"/>
                </a:moveTo>
                <a:lnTo>
                  <a:pt x="12933698" y="0"/>
                </a:lnTo>
                <a:lnTo>
                  <a:pt x="12933698" y="8405920"/>
                </a:lnTo>
                <a:lnTo>
                  <a:pt x="0" y="8405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28575" cap="sq">
            <a:solidFill>
              <a:srgbClr val="FEFEFE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201" y="433921"/>
            <a:ext cx="6521451" cy="98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sz="5177" b="true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BANCO DE DADOS</a:t>
            </a:r>
          </a:p>
        </p:txBody>
      </p:sp>
      <p:sp>
        <p:nvSpPr>
          <p:cNvPr name="AutoShape 3" id="3"/>
          <p:cNvSpPr/>
          <p:nvPr/>
        </p:nvSpPr>
        <p:spPr>
          <a:xfrm>
            <a:off x="753741" y="1416808"/>
            <a:ext cx="2567645" cy="2215"/>
          </a:xfrm>
          <a:prstGeom prst="line">
            <a:avLst/>
          </a:prstGeom>
          <a:ln cap="flat" w="38100">
            <a:solidFill>
              <a:srgbClr val="6FAF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80741" y="1440288"/>
            <a:ext cx="9526518" cy="8621499"/>
          </a:xfrm>
          <a:custGeom>
            <a:avLst/>
            <a:gdLst/>
            <a:ahLst/>
            <a:cxnLst/>
            <a:rect r="r" b="b" t="t" l="l"/>
            <a:pathLst>
              <a:path h="8621499" w="9526518">
                <a:moveTo>
                  <a:pt x="0" y="0"/>
                </a:moveTo>
                <a:lnTo>
                  <a:pt x="9526518" y="0"/>
                </a:lnTo>
                <a:lnTo>
                  <a:pt x="9526518" y="8621499"/>
                </a:lnTo>
                <a:lnTo>
                  <a:pt x="0" y="862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17804" y="0"/>
            <a:ext cx="9252392" cy="10287000"/>
          </a:xfrm>
          <a:custGeom>
            <a:avLst/>
            <a:gdLst/>
            <a:ahLst/>
            <a:cxnLst/>
            <a:rect r="r" b="b" t="t" l="l"/>
            <a:pathLst>
              <a:path h="10287000" w="9252392">
                <a:moveTo>
                  <a:pt x="0" y="0"/>
                </a:moveTo>
                <a:lnTo>
                  <a:pt x="9252392" y="0"/>
                </a:lnTo>
                <a:lnTo>
                  <a:pt x="92523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</a:blip>
            <a:stretch>
              <a:fillRect l="0" t="-3483" r="0" b="-449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74009" y="1732048"/>
            <a:ext cx="3739982" cy="198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b="true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SITE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26425" y="5429743"/>
            <a:ext cx="12289035" cy="198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23"/>
              </a:lnSpc>
            </a:pPr>
            <a:r>
              <a:rPr lang="en-US" sz="10588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Biblioteca do </a:t>
            </a:r>
            <a:r>
              <a:rPr lang="en-US" sz="10588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Howl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88950" y="3836784"/>
            <a:ext cx="10763986" cy="21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59"/>
              </a:lnSpc>
            </a:pPr>
            <a:r>
              <a:rPr lang="en-US" sz="11470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ハウル図書館</a:t>
            </a:r>
          </a:p>
        </p:txBody>
      </p:sp>
      <p:sp>
        <p:nvSpPr>
          <p:cNvPr name="AutoShape 6" id="6"/>
          <p:cNvSpPr/>
          <p:nvPr/>
        </p:nvSpPr>
        <p:spPr>
          <a:xfrm>
            <a:off x="2707231" y="5839318"/>
            <a:ext cx="12873538" cy="0"/>
          </a:xfrm>
          <a:prstGeom prst="line">
            <a:avLst/>
          </a:prstGeom>
          <a:ln cap="flat" w="857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144000" y="663613"/>
            <a:ext cx="0" cy="903366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809531" y="295574"/>
            <a:ext cx="6029155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DIFICULDADES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48925" y="295574"/>
            <a:ext cx="6029155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6FAF8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SUPERAÇÃO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4210124"/>
            <a:ext cx="9525" cy="85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197518" y="1514176"/>
            <a:ext cx="5253181" cy="2657384"/>
            <a:chOff x="0" y="0"/>
            <a:chExt cx="7004241" cy="354317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004241" cy="3543178"/>
              <a:chOff x="0" y="0"/>
              <a:chExt cx="1606763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0676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606763">
                    <a:moveTo>
                      <a:pt x="75162" y="0"/>
                    </a:moveTo>
                    <a:lnTo>
                      <a:pt x="1531601" y="0"/>
                    </a:lnTo>
                    <a:cubicBezTo>
                      <a:pt x="1573112" y="0"/>
                      <a:pt x="1606763" y="33651"/>
                      <a:pt x="1606763" y="75162"/>
                    </a:cubicBezTo>
                    <a:lnTo>
                      <a:pt x="1606763" y="737638"/>
                    </a:lnTo>
                    <a:cubicBezTo>
                      <a:pt x="1606763" y="779149"/>
                      <a:pt x="1573112" y="812800"/>
                      <a:pt x="1531601" y="812800"/>
                    </a:cubicBezTo>
                    <a:lnTo>
                      <a:pt x="75162" y="812800"/>
                    </a:lnTo>
                    <a:cubicBezTo>
                      <a:pt x="33651" y="812800"/>
                      <a:pt x="0" y="779149"/>
                      <a:pt x="0" y="737638"/>
                    </a:cubicBezTo>
                    <a:lnTo>
                      <a:pt x="0" y="75162"/>
                    </a:lnTo>
                    <a:cubicBezTo>
                      <a:pt x="0" y="33651"/>
                      <a:pt x="33651" y="0"/>
                      <a:pt x="751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606763" cy="850900"/>
              </a:xfrm>
              <a:prstGeom prst="rect">
                <a:avLst/>
              </a:prstGeom>
            </p:spPr>
            <p:txBody>
              <a:bodyPr anchor="ctr" rtlCol="false" tIns="43743" lIns="43743" bIns="43743" rIns="4374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62523" y="390147"/>
              <a:ext cx="4561311" cy="679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DEFINIR ESCOPO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67896" y="1259874"/>
              <a:ext cx="5550566" cy="1845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2"/>
                </a:lnSpc>
              </a:pP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Fiquei muito animado com o projeto e tive dificuldade em decidir exatamente o que incluir e o que deixar de fora.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97518" y="4503618"/>
            <a:ext cx="5253181" cy="2657384"/>
            <a:chOff x="0" y="0"/>
            <a:chExt cx="7004241" cy="354317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004241" cy="3543178"/>
              <a:chOff x="0" y="0"/>
              <a:chExt cx="1606763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0676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606763">
                    <a:moveTo>
                      <a:pt x="75162" y="0"/>
                    </a:moveTo>
                    <a:lnTo>
                      <a:pt x="1531601" y="0"/>
                    </a:lnTo>
                    <a:cubicBezTo>
                      <a:pt x="1573112" y="0"/>
                      <a:pt x="1606763" y="33651"/>
                      <a:pt x="1606763" y="75162"/>
                    </a:cubicBezTo>
                    <a:lnTo>
                      <a:pt x="1606763" y="737638"/>
                    </a:lnTo>
                    <a:cubicBezTo>
                      <a:pt x="1606763" y="779149"/>
                      <a:pt x="1573112" y="812800"/>
                      <a:pt x="1531601" y="812800"/>
                    </a:cubicBezTo>
                    <a:lnTo>
                      <a:pt x="75162" y="812800"/>
                    </a:lnTo>
                    <a:cubicBezTo>
                      <a:pt x="33651" y="812800"/>
                      <a:pt x="0" y="779149"/>
                      <a:pt x="0" y="737638"/>
                    </a:cubicBezTo>
                    <a:lnTo>
                      <a:pt x="0" y="75162"/>
                    </a:lnTo>
                    <a:cubicBezTo>
                      <a:pt x="0" y="33651"/>
                      <a:pt x="33651" y="0"/>
                      <a:pt x="751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606763" cy="850900"/>
              </a:xfrm>
              <a:prstGeom prst="rect">
                <a:avLst/>
              </a:prstGeom>
            </p:spPr>
            <p:txBody>
              <a:bodyPr anchor="ctr" rtlCol="false" tIns="43743" lIns="43743" bIns="43743" rIns="4374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767896" y="323463"/>
              <a:ext cx="5700752" cy="679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Design e Front-end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67896" y="1055872"/>
              <a:ext cx="5550566" cy="2305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2"/>
                </a:lnSpc>
              </a:pP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empre tive dificuldade com questões de design e na construção visual das páginas, buscando algo bonito, simples e coerente com o tema.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97518" y="7494377"/>
            <a:ext cx="5253181" cy="2657384"/>
            <a:chOff x="0" y="0"/>
            <a:chExt cx="7004241" cy="354317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004241" cy="3543178"/>
              <a:chOff x="0" y="0"/>
              <a:chExt cx="1606763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0676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606763">
                    <a:moveTo>
                      <a:pt x="75162" y="0"/>
                    </a:moveTo>
                    <a:lnTo>
                      <a:pt x="1531601" y="0"/>
                    </a:lnTo>
                    <a:cubicBezTo>
                      <a:pt x="1573112" y="0"/>
                      <a:pt x="1606763" y="33651"/>
                      <a:pt x="1606763" y="75162"/>
                    </a:cubicBezTo>
                    <a:lnTo>
                      <a:pt x="1606763" y="737638"/>
                    </a:lnTo>
                    <a:cubicBezTo>
                      <a:pt x="1606763" y="779149"/>
                      <a:pt x="1573112" y="812800"/>
                      <a:pt x="1531601" y="812800"/>
                    </a:cubicBezTo>
                    <a:lnTo>
                      <a:pt x="75162" y="812800"/>
                    </a:lnTo>
                    <a:cubicBezTo>
                      <a:pt x="33651" y="812800"/>
                      <a:pt x="0" y="779149"/>
                      <a:pt x="0" y="737638"/>
                    </a:cubicBezTo>
                    <a:lnTo>
                      <a:pt x="0" y="75162"/>
                    </a:lnTo>
                    <a:cubicBezTo>
                      <a:pt x="0" y="33651"/>
                      <a:pt x="33651" y="0"/>
                      <a:pt x="751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606763" cy="850900"/>
              </a:xfrm>
              <a:prstGeom prst="rect">
                <a:avLst/>
              </a:prstGeom>
            </p:spPr>
            <p:txBody>
              <a:bodyPr anchor="ctr" rtlCol="false" tIns="43743" lIns="43743" bIns="43743" rIns="4374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22711" y="317500"/>
              <a:ext cx="6765965" cy="679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Tempo de desenvolvimento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67896" y="1259874"/>
              <a:ext cx="5550566" cy="1386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2"/>
                </a:lnSpc>
              </a:pP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tive </a:t>
              </a: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dificuldade em conciliar as tarefas das matérias, o projeto em grupo e o projeto individual.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48975" y="1513518"/>
            <a:ext cx="5253181" cy="2610773"/>
            <a:chOff x="0" y="0"/>
            <a:chExt cx="7004241" cy="348103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7004241" cy="3481030"/>
              <a:chOff x="0" y="0"/>
              <a:chExt cx="1606763" cy="79854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06763" cy="798543"/>
              </a:xfrm>
              <a:custGeom>
                <a:avLst/>
                <a:gdLst/>
                <a:ahLst/>
                <a:cxnLst/>
                <a:rect r="r" b="b" t="t" l="l"/>
                <a:pathLst>
                  <a:path h="798543" w="1606763">
                    <a:moveTo>
                      <a:pt x="75162" y="0"/>
                    </a:moveTo>
                    <a:lnTo>
                      <a:pt x="1531601" y="0"/>
                    </a:lnTo>
                    <a:cubicBezTo>
                      <a:pt x="1573112" y="0"/>
                      <a:pt x="1606763" y="33651"/>
                      <a:pt x="1606763" y="75162"/>
                    </a:cubicBezTo>
                    <a:lnTo>
                      <a:pt x="1606763" y="723382"/>
                    </a:lnTo>
                    <a:cubicBezTo>
                      <a:pt x="1606763" y="764892"/>
                      <a:pt x="1573112" y="798543"/>
                      <a:pt x="1531601" y="798543"/>
                    </a:cubicBezTo>
                    <a:lnTo>
                      <a:pt x="75162" y="798543"/>
                    </a:lnTo>
                    <a:cubicBezTo>
                      <a:pt x="55228" y="798543"/>
                      <a:pt x="36110" y="790624"/>
                      <a:pt x="22014" y="776529"/>
                    </a:cubicBezTo>
                    <a:cubicBezTo>
                      <a:pt x="7919" y="762433"/>
                      <a:pt x="0" y="743316"/>
                      <a:pt x="0" y="723382"/>
                    </a:cubicBezTo>
                    <a:lnTo>
                      <a:pt x="0" y="75162"/>
                    </a:lnTo>
                    <a:cubicBezTo>
                      <a:pt x="0" y="33651"/>
                      <a:pt x="33651" y="0"/>
                      <a:pt x="751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606763" cy="836643"/>
              </a:xfrm>
              <a:prstGeom prst="rect">
                <a:avLst/>
              </a:prstGeom>
            </p:spPr>
            <p:txBody>
              <a:bodyPr anchor="ctr" rtlCol="false" tIns="43743" lIns="43743" bIns="43743" rIns="4374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015209" y="328876"/>
              <a:ext cx="5055938" cy="679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Definir Prioridades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67896" y="1197726"/>
              <a:ext cx="5550566" cy="1386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2"/>
                </a:lnSpc>
              </a:pP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cons</a:t>
              </a: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egui organizar melhor as ideias e definir o que realmente era essencial para o projeto.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48975" y="4502959"/>
            <a:ext cx="5253181" cy="2657384"/>
            <a:chOff x="0" y="0"/>
            <a:chExt cx="7004241" cy="354317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004241" cy="3543178"/>
              <a:chOff x="0" y="0"/>
              <a:chExt cx="1606763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0676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606763">
                    <a:moveTo>
                      <a:pt x="75162" y="0"/>
                    </a:moveTo>
                    <a:lnTo>
                      <a:pt x="1531601" y="0"/>
                    </a:lnTo>
                    <a:cubicBezTo>
                      <a:pt x="1573112" y="0"/>
                      <a:pt x="1606763" y="33651"/>
                      <a:pt x="1606763" y="75162"/>
                    </a:cubicBezTo>
                    <a:lnTo>
                      <a:pt x="1606763" y="737638"/>
                    </a:lnTo>
                    <a:cubicBezTo>
                      <a:pt x="1606763" y="779149"/>
                      <a:pt x="1573112" y="812800"/>
                      <a:pt x="1531601" y="812800"/>
                    </a:cubicBezTo>
                    <a:lnTo>
                      <a:pt x="75162" y="812800"/>
                    </a:lnTo>
                    <a:cubicBezTo>
                      <a:pt x="33651" y="812800"/>
                      <a:pt x="0" y="779149"/>
                      <a:pt x="0" y="737638"/>
                    </a:cubicBezTo>
                    <a:lnTo>
                      <a:pt x="0" y="75162"/>
                    </a:lnTo>
                    <a:cubicBezTo>
                      <a:pt x="0" y="33651"/>
                      <a:pt x="33651" y="0"/>
                      <a:pt x="751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606763" cy="850900"/>
              </a:xfrm>
              <a:prstGeom prst="rect">
                <a:avLst/>
              </a:prstGeom>
            </p:spPr>
            <p:txBody>
              <a:bodyPr anchor="ctr" rtlCol="false" tIns="43743" lIns="43743" bIns="43743" rIns="4374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262523" y="390147"/>
              <a:ext cx="4561311" cy="679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Tentativa e Erro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767896" y="1259874"/>
              <a:ext cx="5550566" cy="1845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2"/>
                </a:lnSpc>
              </a:pP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est</a:t>
              </a: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udei mais sobre design, pedi feedbacks para amigos e treinei a prototipagem até melhorar minhas interfaces.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848975" y="7493718"/>
            <a:ext cx="5253181" cy="2657384"/>
            <a:chOff x="0" y="0"/>
            <a:chExt cx="7004241" cy="3543178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7004241" cy="3543178"/>
              <a:chOff x="0" y="0"/>
              <a:chExt cx="1606763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60676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606763">
                    <a:moveTo>
                      <a:pt x="75162" y="0"/>
                    </a:moveTo>
                    <a:lnTo>
                      <a:pt x="1531601" y="0"/>
                    </a:lnTo>
                    <a:cubicBezTo>
                      <a:pt x="1573112" y="0"/>
                      <a:pt x="1606763" y="33651"/>
                      <a:pt x="1606763" y="75162"/>
                    </a:cubicBezTo>
                    <a:lnTo>
                      <a:pt x="1606763" y="737638"/>
                    </a:lnTo>
                    <a:cubicBezTo>
                      <a:pt x="1606763" y="779149"/>
                      <a:pt x="1573112" y="812800"/>
                      <a:pt x="1531601" y="812800"/>
                    </a:cubicBezTo>
                    <a:lnTo>
                      <a:pt x="75162" y="812800"/>
                    </a:lnTo>
                    <a:cubicBezTo>
                      <a:pt x="33651" y="812800"/>
                      <a:pt x="0" y="779149"/>
                      <a:pt x="0" y="737638"/>
                    </a:cubicBezTo>
                    <a:lnTo>
                      <a:pt x="0" y="75162"/>
                    </a:lnTo>
                    <a:cubicBezTo>
                      <a:pt x="0" y="33651"/>
                      <a:pt x="33651" y="0"/>
                      <a:pt x="751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606763" cy="850900"/>
              </a:xfrm>
              <a:prstGeom prst="rect">
                <a:avLst/>
              </a:prstGeom>
            </p:spPr>
            <p:txBody>
              <a:bodyPr anchor="ctr" rtlCol="false" tIns="43743" lIns="43743" bIns="43743" rIns="4374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262523" y="390147"/>
              <a:ext cx="4561311" cy="679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6FAF8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ORGANIZAÇÃO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675068" y="1055872"/>
              <a:ext cx="5736221" cy="2305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2"/>
                </a:lnSpc>
              </a:pP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organ</a:t>
              </a:r>
              <a:r>
                <a:rPr lang="en-US" sz="198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izei minha rotina, tentei fazer um pouco todos os dias e cheguei até a deixar alguns hobbies de lado para conseguir concluir o projeto.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2121390">
            <a:off x="7240372" y="-357493"/>
            <a:ext cx="3557951" cy="4133308"/>
            <a:chOff x="0" y="0"/>
            <a:chExt cx="546608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2"/>
              <a:stretch>
                <a:fillRect l="-14429" t="0" r="-144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-2137355">
            <a:off x="8782429" y="2576911"/>
            <a:ext cx="192269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4800" spc="240">
                <a:solidFill>
                  <a:srgbClr val="6FAF8F"/>
                </a:solidFill>
                <a:latin typeface="Schoolbell"/>
                <a:ea typeface="Schoolbell"/>
                <a:cs typeface="Schoolbell"/>
                <a:sym typeface="Schoolbell"/>
              </a:rPr>
              <a:t>SPTECH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970494" y="4540886"/>
            <a:ext cx="6097707" cy="804127"/>
            <a:chOff x="0" y="0"/>
            <a:chExt cx="8130276" cy="107216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0"/>
              <a:ext cx="8130276" cy="1142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48"/>
                </a:lnSpc>
              </a:pPr>
              <a:r>
                <a:rPr lang="en-US" sz="5177" b="true">
                  <a:solidFill>
                    <a:srgbClr val="6FAF8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AGRADECIMENTOS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0" y="1046769"/>
              <a:ext cx="8130276" cy="0"/>
            </a:xfrm>
            <a:prstGeom prst="line">
              <a:avLst/>
            </a:prstGeom>
            <a:ln cap="flat" w="50800">
              <a:solidFill>
                <a:srgbClr val="6FAF8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-5933" y="5374666"/>
            <a:ext cx="5415583" cy="5451121"/>
            <a:chOff x="0" y="0"/>
            <a:chExt cx="7220778" cy="7268161"/>
          </a:xfrm>
        </p:grpSpPr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2549807">
              <a:off x="1238421" y="878542"/>
              <a:ext cx="4743935" cy="5511077"/>
              <a:chOff x="0" y="0"/>
              <a:chExt cx="546608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438261" cy="6348730"/>
              </a:xfrm>
              <a:custGeom>
                <a:avLst/>
                <a:gdLst/>
                <a:ahLst/>
                <a:cxnLst/>
                <a:rect r="r" b="b" t="t" l="l"/>
                <a:pathLst>
                  <a:path h="6348730" w="5438261">
                    <a:moveTo>
                      <a:pt x="541909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20320"/>
                    </a:cubicBezTo>
                    <a:lnTo>
                      <a:pt x="0" y="6329680"/>
                    </a:lnTo>
                    <a:cubicBezTo>
                      <a:pt x="0" y="6339840"/>
                      <a:pt x="8890" y="6348730"/>
                      <a:pt x="19050" y="6348730"/>
                    </a:cubicBezTo>
                    <a:lnTo>
                      <a:pt x="5419090" y="6348730"/>
                    </a:lnTo>
                    <a:cubicBezTo>
                      <a:pt x="5429250" y="6348730"/>
                      <a:pt x="5438140" y="6339840"/>
                      <a:pt x="5438140" y="6329680"/>
                    </a:cubicBezTo>
                    <a:lnTo>
                      <a:pt x="5438140" y="20320"/>
                    </a:lnTo>
                    <a:cubicBezTo>
                      <a:pt x="5439410" y="8890"/>
                      <a:pt x="5430520" y="0"/>
                      <a:pt x="5419090" y="0"/>
                    </a:cubicBezTo>
                    <a:close/>
                    <a:moveTo>
                      <a:pt x="5137150" y="314960"/>
                    </a:moveTo>
                    <a:lnTo>
                      <a:pt x="5137150" y="4970780"/>
                    </a:lnTo>
                    <a:cubicBezTo>
                      <a:pt x="5137150" y="4980940"/>
                      <a:pt x="5128260" y="4989830"/>
                      <a:pt x="5118100" y="4989830"/>
                    </a:cubicBezTo>
                    <a:lnTo>
                      <a:pt x="266700" y="4989830"/>
                    </a:lnTo>
                    <a:cubicBezTo>
                      <a:pt x="256540" y="4989830"/>
                      <a:pt x="247650" y="4980940"/>
                      <a:pt x="247650" y="4970780"/>
                    </a:cubicBezTo>
                    <a:lnTo>
                      <a:pt x="247650" y="314960"/>
                    </a:lnTo>
                    <a:cubicBezTo>
                      <a:pt x="247650" y="304800"/>
                      <a:pt x="256540" y="295910"/>
                      <a:pt x="266700" y="295910"/>
                    </a:cubicBezTo>
                    <a:lnTo>
                      <a:pt x="5118100" y="295910"/>
                    </a:lnTo>
                    <a:cubicBezTo>
                      <a:pt x="5129530" y="294640"/>
                      <a:pt x="5137150" y="303530"/>
                      <a:pt x="5137150" y="314960"/>
                    </a:cubicBez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247650" y="294640"/>
                <a:ext cx="4889500" cy="4693920"/>
              </a:xfrm>
              <a:custGeom>
                <a:avLst/>
                <a:gdLst/>
                <a:ahLst/>
                <a:cxnLst/>
                <a:rect r="r" b="b" t="t" l="l"/>
                <a:pathLst>
                  <a:path h="4693920" w="4889500">
                    <a:moveTo>
                      <a:pt x="487045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19050"/>
                    </a:cubicBezTo>
                    <a:lnTo>
                      <a:pt x="0" y="4674870"/>
                    </a:lnTo>
                    <a:cubicBezTo>
                      <a:pt x="0" y="4686300"/>
                      <a:pt x="8890" y="4693920"/>
                      <a:pt x="19050" y="4693920"/>
                    </a:cubicBezTo>
                    <a:lnTo>
                      <a:pt x="4870450" y="4693920"/>
                    </a:lnTo>
                    <a:cubicBezTo>
                      <a:pt x="4880610" y="4693920"/>
                      <a:pt x="4889500" y="4685030"/>
                      <a:pt x="4889500" y="4674870"/>
                    </a:cubicBezTo>
                    <a:lnTo>
                      <a:pt x="4889500" y="20320"/>
                    </a:lnTo>
                    <a:cubicBezTo>
                      <a:pt x="4889500" y="8890"/>
                      <a:pt x="4881880" y="0"/>
                      <a:pt x="487045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4000" t="0" r="-13999" b="0"/>
                </a:stretch>
              </a:blip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1270" y="6350"/>
                <a:ext cx="5457190" cy="6342380"/>
              </a:xfrm>
              <a:custGeom>
                <a:avLst/>
                <a:gdLst/>
                <a:ahLst/>
                <a:cxnLst/>
                <a:rect r="r" b="b" t="t" l="l"/>
                <a:pathLst>
                  <a:path h="6342380" w="5457190">
                    <a:moveTo>
                      <a:pt x="5137150" y="302260"/>
                    </a:moveTo>
                    <a:cubicBezTo>
                      <a:pt x="5137150" y="302260"/>
                      <a:pt x="5133340" y="290830"/>
                      <a:pt x="5119370" y="289560"/>
                    </a:cubicBezTo>
                    <a:lnTo>
                      <a:pt x="248920" y="289560"/>
                    </a:lnTo>
                    <a:cubicBezTo>
                      <a:pt x="240030" y="289560"/>
                      <a:pt x="228600" y="293370"/>
                      <a:pt x="228600" y="303530"/>
                    </a:cubicBezTo>
                    <a:lnTo>
                      <a:pt x="232410" y="312420"/>
                    </a:lnTo>
                    <a:cubicBezTo>
                      <a:pt x="236220" y="307340"/>
                      <a:pt x="242570" y="304800"/>
                      <a:pt x="248920" y="304800"/>
                    </a:cubicBezTo>
                    <a:lnTo>
                      <a:pt x="5123180" y="304800"/>
                    </a:lnTo>
                    <a:lnTo>
                      <a:pt x="5123180" y="4966970"/>
                    </a:lnTo>
                    <a:cubicBezTo>
                      <a:pt x="5123180" y="4973320"/>
                      <a:pt x="5120640" y="4979670"/>
                      <a:pt x="5115560" y="4983480"/>
                    </a:cubicBezTo>
                    <a:lnTo>
                      <a:pt x="5120640" y="4983480"/>
                    </a:lnTo>
                    <a:cubicBezTo>
                      <a:pt x="5129530" y="4983480"/>
                      <a:pt x="5137150" y="4975860"/>
                      <a:pt x="5137150" y="4966970"/>
                    </a:cubicBezTo>
                    <a:lnTo>
                      <a:pt x="5137150" y="302260"/>
                    </a:lnTo>
                    <a:close/>
                    <a:moveTo>
                      <a:pt x="5438140" y="6324600"/>
                    </a:moveTo>
                    <a:lnTo>
                      <a:pt x="20320" y="6324600"/>
                    </a:lnTo>
                    <a:lnTo>
                      <a:pt x="20320" y="12700"/>
                    </a:lnTo>
                    <a:lnTo>
                      <a:pt x="6350" y="0"/>
                    </a:lnTo>
                    <a:lnTo>
                      <a:pt x="5080" y="0"/>
                    </a:lnTo>
                    <a:cubicBezTo>
                      <a:pt x="2540" y="3810"/>
                      <a:pt x="0" y="7620"/>
                      <a:pt x="0" y="12700"/>
                    </a:cubicBezTo>
                    <a:lnTo>
                      <a:pt x="0" y="6323330"/>
                    </a:lnTo>
                    <a:cubicBezTo>
                      <a:pt x="0" y="6334760"/>
                      <a:pt x="8890" y="6342380"/>
                      <a:pt x="19050" y="6342380"/>
                    </a:cubicBezTo>
                    <a:lnTo>
                      <a:pt x="5444490" y="6342380"/>
                    </a:lnTo>
                    <a:cubicBezTo>
                      <a:pt x="5449570" y="6342380"/>
                      <a:pt x="5453380" y="6341110"/>
                      <a:pt x="5457190" y="6337300"/>
                    </a:cubicBezTo>
                    <a:lnTo>
                      <a:pt x="5438140" y="6324600"/>
                    </a:lnTo>
                    <a:close/>
                  </a:path>
                </a:pathLst>
              </a:custGeom>
              <a:solidFill>
                <a:srgbClr val="3C3333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7620" y="0"/>
                <a:ext cx="5458460" cy="6344920"/>
              </a:xfrm>
              <a:custGeom>
                <a:avLst/>
                <a:gdLst/>
                <a:ahLst/>
                <a:cxnLst/>
                <a:rect r="r" b="b" t="t" l="l"/>
                <a:pathLst>
                  <a:path h="6344920" w="5458460">
                    <a:moveTo>
                      <a:pt x="5125720" y="4987290"/>
                    </a:moveTo>
                    <a:cubicBezTo>
                      <a:pt x="5121910" y="4992370"/>
                      <a:pt x="5116830" y="4994910"/>
                      <a:pt x="5110480" y="4994910"/>
                    </a:cubicBezTo>
                    <a:lnTo>
                      <a:pt x="243840" y="4994910"/>
                    </a:lnTo>
                    <a:cubicBezTo>
                      <a:pt x="237490" y="4994910"/>
                      <a:pt x="231140" y="4992370"/>
                      <a:pt x="227330" y="4986020"/>
                    </a:cubicBezTo>
                    <a:cubicBezTo>
                      <a:pt x="222250" y="4982210"/>
                      <a:pt x="219710" y="4977130"/>
                      <a:pt x="219710" y="4970780"/>
                    </a:cubicBezTo>
                    <a:lnTo>
                      <a:pt x="219710" y="314960"/>
                    </a:lnTo>
                    <a:cubicBezTo>
                      <a:pt x="219710" y="309880"/>
                      <a:pt x="222250" y="304800"/>
                      <a:pt x="226060" y="300990"/>
                    </a:cubicBezTo>
                    <a:lnTo>
                      <a:pt x="240030" y="311150"/>
                    </a:lnTo>
                    <a:lnTo>
                      <a:pt x="240030" y="4975860"/>
                    </a:lnTo>
                    <a:lnTo>
                      <a:pt x="5110480" y="4975860"/>
                    </a:lnTo>
                    <a:cubicBezTo>
                      <a:pt x="5113020" y="4975860"/>
                      <a:pt x="5115560" y="4974590"/>
                      <a:pt x="5116830" y="4974590"/>
                    </a:cubicBezTo>
                    <a:lnTo>
                      <a:pt x="5125720" y="4987290"/>
                    </a:lnTo>
                    <a:close/>
                    <a:moveTo>
                      <a:pt x="5458460" y="19050"/>
                    </a:moveTo>
                    <a:lnTo>
                      <a:pt x="5458460" y="6330950"/>
                    </a:lnTo>
                    <a:cubicBezTo>
                      <a:pt x="5458460" y="6336030"/>
                      <a:pt x="5455920" y="6341110"/>
                      <a:pt x="5450840" y="6344920"/>
                    </a:cubicBezTo>
                    <a:lnTo>
                      <a:pt x="5429250" y="6329680"/>
                    </a:lnTo>
                    <a:lnTo>
                      <a:pt x="5429250" y="20320"/>
                    </a:lnTo>
                    <a:lnTo>
                      <a:pt x="13970" y="20320"/>
                    </a:lnTo>
                    <a:lnTo>
                      <a:pt x="0" y="7620"/>
                    </a:lnTo>
                    <a:cubicBezTo>
                      <a:pt x="3810" y="2540"/>
                      <a:pt x="8890" y="0"/>
                      <a:pt x="15240" y="0"/>
                    </a:cubicBezTo>
                    <a:lnTo>
                      <a:pt x="5439410" y="0"/>
                    </a:lnTo>
                    <a:cubicBezTo>
                      <a:pt x="5449570" y="0"/>
                      <a:pt x="5458460" y="8890"/>
                      <a:pt x="5458460" y="19050"/>
                    </a:cubicBezTo>
                    <a:close/>
                    <a:moveTo>
                      <a:pt x="5455920" y="30480"/>
                    </a:moveTo>
                    <a:cubicBezTo>
                      <a:pt x="5453380" y="26670"/>
                      <a:pt x="5450840" y="24130"/>
                      <a:pt x="5447030" y="21590"/>
                    </a:cubicBezTo>
                    <a:lnTo>
                      <a:pt x="5455920" y="3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2533843">
              <a:off x="785792" y="4579534"/>
              <a:ext cx="2725611" cy="109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59"/>
                </a:lnSpc>
              </a:pPr>
              <a:r>
                <a:rPr lang="en-US" sz="4800" spc="240">
                  <a:solidFill>
                    <a:srgbClr val="0CC0DF"/>
                  </a:solidFill>
                  <a:latin typeface="Schoolbell"/>
                  <a:ea typeface="Schoolbell"/>
                  <a:cs typeface="Schoolbell"/>
                  <a:sym typeface="Schoolbell"/>
                </a:rPr>
                <a:t>AETHER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527764">
            <a:off x="13294742" y="1018086"/>
            <a:ext cx="5409409" cy="5245959"/>
            <a:chOff x="0" y="0"/>
            <a:chExt cx="7212545" cy="6994612"/>
          </a:xfrm>
        </p:grpSpPr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-3395297">
              <a:off x="1234305" y="741768"/>
              <a:ext cx="4743935" cy="5511077"/>
              <a:chOff x="0" y="0"/>
              <a:chExt cx="546608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438261" cy="6348730"/>
              </a:xfrm>
              <a:custGeom>
                <a:avLst/>
                <a:gdLst/>
                <a:ahLst/>
                <a:cxnLst/>
                <a:rect r="r" b="b" t="t" l="l"/>
                <a:pathLst>
                  <a:path h="6348730" w="5438261">
                    <a:moveTo>
                      <a:pt x="541909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20320"/>
                    </a:cubicBezTo>
                    <a:lnTo>
                      <a:pt x="0" y="6329680"/>
                    </a:lnTo>
                    <a:cubicBezTo>
                      <a:pt x="0" y="6339840"/>
                      <a:pt x="8890" y="6348730"/>
                      <a:pt x="19050" y="6348730"/>
                    </a:cubicBezTo>
                    <a:lnTo>
                      <a:pt x="5419090" y="6348730"/>
                    </a:lnTo>
                    <a:cubicBezTo>
                      <a:pt x="5429250" y="6348730"/>
                      <a:pt x="5438140" y="6339840"/>
                      <a:pt x="5438140" y="6329680"/>
                    </a:cubicBezTo>
                    <a:lnTo>
                      <a:pt x="5438140" y="20320"/>
                    </a:lnTo>
                    <a:cubicBezTo>
                      <a:pt x="5439410" y="8890"/>
                      <a:pt x="5430520" y="0"/>
                      <a:pt x="5419090" y="0"/>
                    </a:cubicBezTo>
                    <a:close/>
                    <a:moveTo>
                      <a:pt x="5137150" y="314960"/>
                    </a:moveTo>
                    <a:lnTo>
                      <a:pt x="5137150" y="4970780"/>
                    </a:lnTo>
                    <a:cubicBezTo>
                      <a:pt x="5137150" y="4980940"/>
                      <a:pt x="5128260" y="4989830"/>
                      <a:pt x="5118100" y="4989830"/>
                    </a:cubicBezTo>
                    <a:lnTo>
                      <a:pt x="266700" y="4989830"/>
                    </a:lnTo>
                    <a:cubicBezTo>
                      <a:pt x="256540" y="4989830"/>
                      <a:pt x="247650" y="4980940"/>
                      <a:pt x="247650" y="4970780"/>
                    </a:cubicBezTo>
                    <a:lnTo>
                      <a:pt x="247650" y="314960"/>
                    </a:lnTo>
                    <a:cubicBezTo>
                      <a:pt x="247650" y="304800"/>
                      <a:pt x="256540" y="295910"/>
                      <a:pt x="266700" y="295910"/>
                    </a:cubicBezTo>
                    <a:lnTo>
                      <a:pt x="5118100" y="295910"/>
                    </a:lnTo>
                    <a:cubicBezTo>
                      <a:pt x="5129530" y="294640"/>
                      <a:pt x="5137150" y="303530"/>
                      <a:pt x="5137150" y="314960"/>
                    </a:cubicBez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247650" y="294640"/>
                <a:ext cx="4889500" cy="4693920"/>
              </a:xfrm>
              <a:custGeom>
                <a:avLst/>
                <a:gdLst/>
                <a:ahLst/>
                <a:cxnLst/>
                <a:rect r="r" b="b" t="t" l="l"/>
                <a:pathLst>
                  <a:path h="4693920" w="4889500">
                    <a:moveTo>
                      <a:pt x="487045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19050"/>
                    </a:cubicBezTo>
                    <a:lnTo>
                      <a:pt x="0" y="4674870"/>
                    </a:lnTo>
                    <a:cubicBezTo>
                      <a:pt x="0" y="4686300"/>
                      <a:pt x="8890" y="4693920"/>
                      <a:pt x="19050" y="4693920"/>
                    </a:cubicBezTo>
                    <a:lnTo>
                      <a:pt x="4870450" y="4693920"/>
                    </a:lnTo>
                    <a:cubicBezTo>
                      <a:pt x="4880610" y="4693920"/>
                      <a:pt x="4889500" y="4685030"/>
                      <a:pt x="4889500" y="4674870"/>
                    </a:cubicBezTo>
                    <a:lnTo>
                      <a:pt x="4889500" y="20320"/>
                    </a:lnTo>
                    <a:cubicBezTo>
                      <a:pt x="4889500" y="8890"/>
                      <a:pt x="4881880" y="0"/>
                      <a:pt x="487045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4000" t="0" r="-13999" b="0"/>
                </a:stretch>
              </a:blip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1270" y="6350"/>
                <a:ext cx="5457190" cy="6342380"/>
              </a:xfrm>
              <a:custGeom>
                <a:avLst/>
                <a:gdLst/>
                <a:ahLst/>
                <a:cxnLst/>
                <a:rect r="r" b="b" t="t" l="l"/>
                <a:pathLst>
                  <a:path h="6342380" w="5457190">
                    <a:moveTo>
                      <a:pt x="5137150" y="302260"/>
                    </a:moveTo>
                    <a:cubicBezTo>
                      <a:pt x="5137150" y="302260"/>
                      <a:pt x="5133340" y="290830"/>
                      <a:pt x="5119370" y="289560"/>
                    </a:cubicBezTo>
                    <a:lnTo>
                      <a:pt x="248920" y="289560"/>
                    </a:lnTo>
                    <a:cubicBezTo>
                      <a:pt x="240030" y="289560"/>
                      <a:pt x="228600" y="293370"/>
                      <a:pt x="228600" y="303530"/>
                    </a:cubicBezTo>
                    <a:lnTo>
                      <a:pt x="232410" y="312420"/>
                    </a:lnTo>
                    <a:cubicBezTo>
                      <a:pt x="236220" y="307340"/>
                      <a:pt x="242570" y="304800"/>
                      <a:pt x="248920" y="304800"/>
                    </a:cubicBezTo>
                    <a:lnTo>
                      <a:pt x="5123180" y="304800"/>
                    </a:lnTo>
                    <a:lnTo>
                      <a:pt x="5123180" y="4966970"/>
                    </a:lnTo>
                    <a:cubicBezTo>
                      <a:pt x="5123180" y="4973320"/>
                      <a:pt x="5120640" y="4979670"/>
                      <a:pt x="5115560" y="4983480"/>
                    </a:cubicBezTo>
                    <a:lnTo>
                      <a:pt x="5120640" y="4983480"/>
                    </a:lnTo>
                    <a:cubicBezTo>
                      <a:pt x="5129530" y="4983480"/>
                      <a:pt x="5137150" y="4975860"/>
                      <a:pt x="5137150" y="4966970"/>
                    </a:cubicBezTo>
                    <a:lnTo>
                      <a:pt x="5137150" y="302260"/>
                    </a:lnTo>
                    <a:close/>
                    <a:moveTo>
                      <a:pt x="5438140" y="6324600"/>
                    </a:moveTo>
                    <a:lnTo>
                      <a:pt x="20320" y="6324600"/>
                    </a:lnTo>
                    <a:lnTo>
                      <a:pt x="20320" y="12700"/>
                    </a:lnTo>
                    <a:lnTo>
                      <a:pt x="6350" y="0"/>
                    </a:lnTo>
                    <a:lnTo>
                      <a:pt x="5080" y="0"/>
                    </a:lnTo>
                    <a:cubicBezTo>
                      <a:pt x="2540" y="3810"/>
                      <a:pt x="0" y="7620"/>
                      <a:pt x="0" y="12700"/>
                    </a:cubicBezTo>
                    <a:lnTo>
                      <a:pt x="0" y="6323330"/>
                    </a:lnTo>
                    <a:cubicBezTo>
                      <a:pt x="0" y="6334760"/>
                      <a:pt x="8890" y="6342380"/>
                      <a:pt x="19050" y="6342380"/>
                    </a:cubicBezTo>
                    <a:lnTo>
                      <a:pt x="5444490" y="6342380"/>
                    </a:lnTo>
                    <a:cubicBezTo>
                      <a:pt x="5449570" y="6342380"/>
                      <a:pt x="5453380" y="6341110"/>
                      <a:pt x="5457190" y="6337300"/>
                    </a:cubicBezTo>
                    <a:lnTo>
                      <a:pt x="5438140" y="6324600"/>
                    </a:lnTo>
                    <a:close/>
                  </a:path>
                </a:pathLst>
              </a:custGeom>
              <a:solidFill>
                <a:srgbClr val="3C3333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7620" y="0"/>
                <a:ext cx="5458460" cy="6344920"/>
              </a:xfrm>
              <a:custGeom>
                <a:avLst/>
                <a:gdLst/>
                <a:ahLst/>
                <a:cxnLst/>
                <a:rect r="r" b="b" t="t" l="l"/>
                <a:pathLst>
                  <a:path h="6344920" w="5458460">
                    <a:moveTo>
                      <a:pt x="5125720" y="4987290"/>
                    </a:moveTo>
                    <a:cubicBezTo>
                      <a:pt x="5121910" y="4992370"/>
                      <a:pt x="5116830" y="4994910"/>
                      <a:pt x="5110480" y="4994910"/>
                    </a:cubicBezTo>
                    <a:lnTo>
                      <a:pt x="243840" y="4994910"/>
                    </a:lnTo>
                    <a:cubicBezTo>
                      <a:pt x="237490" y="4994910"/>
                      <a:pt x="231140" y="4992370"/>
                      <a:pt x="227330" y="4986020"/>
                    </a:cubicBezTo>
                    <a:cubicBezTo>
                      <a:pt x="222250" y="4982210"/>
                      <a:pt x="219710" y="4977130"/>
                      <a:pt x="219710" y="4970780"/>
                    </a:cubicBezTo>
                    <a:lnTo>
                      <a:pt x="219710" y="314960"/>
                    </a:lnTo>
                    <a:cubicBezTo>
                      <a:pt x="219710" y="309880"/>
                      <a:pt x="222250" y="304800"/>
                      <a:pt x="226060" y="300990"/>
                    </a:cubicBezTo>
                    <a:lnTo>
                      <a:pt x="240030" y="311150"/>
                    </a:lnTo>
                    <a:lnTo>
                      <a:pt x="240030" y="4975860"/>
                    </a:lnTo>
                    <a:lnTo>
                      <a:pt x="5110480" y="4975860"/>
                    </a:lnTo>
                    <a:cubicBezTo>
                      <a:pt x="5113020" y="4975860"/>
                      <a:pt x="5115560" y="4974590"/>
                      <a:pt x="5116830" y="4974590"/>
                    </a:cubicBezTo>
                    <a:lnTo>
                      <a:pt x="5125720" y="4987290"/>
                    </a:lnTo>
                    <a:close/>
                    <a:moveTo>
                      <a:pt x="5458460" y="19050"/>
                    </a:moveTo>
                    <a:lnTo>
                      <a:pt x="5458460" y="6330950"/>
                    </a:lnTo>
                    <a:cubicBezTo>
                      <a:pt x="5458460" y="6336030"/>
                      <a:pt x="5455920" y="6341110"/>
                      <a:pt x="5450840" y="6344920"/>
                    </a:cubicBezTo>
                    <a:lnTo>
                      <a:pt x="5429250" y="6329680"/>
                    </a:lnTo>
                    <a:lnTo>
                      <a:pt x="5429250" y="20320"/>
                    </a:lnTo>
                    <a:lnTo>
                      <a:pt x="13970" y="20320"/>
                    </a:lnTo>
                    <a:lnTo>
                      <a:pt x="0" y="7620"/>
                    </a:lnTo>
                    <a:cubicBezTo>
                      <a:pt x="3810" y="2540"/>
                      <a:pt x="8890" y="0"/>
                      <a:pt x="15240" y="0"/>
                    </a:cubicBezTo>
                    <a:lnTo>
                      <a:pt x="5439410" y="0"/>
                    </a:lnTo>
                    <a:cubicBezTo>
                      <a:pt x="5449570" y="0"/>
                      <a:pt x="5458460" y="8890"/>
                      <a:pt x="5458460" y="19050"/>
                    </a:cubicBezTo>
                    <a:close/>
                    <a:moveTo>
                      <a:pt x="5455920" y="30480"/>
                    </a:moveTo>
                    <a:cubicBezTo>
                      <a:pt x="5453380" y="26670"/>
                      <a:pt x="5450840" y="24130"/>
                      <a:pt x="5447030" y="21590"/>
                    </a:cubicBezTo>
                    <a:lnTo>
                      <a:pt x="5455920" y="3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-3411262">
              <a:off x="3892248" y="3672504"/>
              <a:ext cx="3179411" cy="109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59"/>
                </a:lnSpc>
              </a:pPr>
              <a:r>
                <a:rPr lang="en-US" sz="4800" spc="240">
                  <a:solidFill>
                    <a:srgbClr val="5E17EB"/>
                  </a:solidFill>
                  <a:latin typeface="Schoolbell"/>
                  <a:ea typeface="Schoolbell"/>
                  <a:cs typeface="Schoolbell"/>
                  <a:sym typeface="Schoolbell"/>
                </a:rPr>
                <a:t>FAMiLIA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-6759469">
            <a:off x="-682015" y="-312116"/>
            <a:ext cx="5425282" cy="5282119"/>
            <a:chOff x="0" y="0"/>
            <a:chExt cx="7233709" cy="7042826"/>
          </a:xfrm>
        </p:grpSpPr>
        <p:grpSp>
          <p:nvGrpSpPr>
            <p:cNvPr name="Group 26" id="26"/>
            <p:cNvGrpSpPr>
              <a:grpSpLocks noChangeAspect="true"/>
            </p:cNvGrpSpPr>
            <p:nvPr/>
          </p:nvGrpSpPr>
          <p:grpSpPr>
            <a:xfrm rot="7491981">
              <a:off x="1244887" y="765874"/>
              <a:ext cx="4743935" cy="5511077"/>
              <a:chOff x="0" y="0"/>
              <a:chExt cx="546608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438261" cy="6348730"/>
              </a:xfrm>
              <a:custGeom>
                <a:avLst/>
                <a:gdLst/>
                <a:ahLst/>
                <a:cxnLst/>
                <a:rect r="r" b="b" t="t" l="l"/>
                <a:pathLst>
                  <a:path h="6348730" w="5438261">
                    <a:moveTo>
                      <a:pt x="541909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20320"/>
                    </a:cubicBezTo>
                    <a:lnTo>
                      <a:pt x="0" y="6329680"/>
                    </a:lnTo>
                    <a:cubicBezTo>
                      <a:pt x="0" y="6339840"/>
                      <a:pt x="8890" y="6348730"/>
                      <a:pt x="19050" y="6348730"/>
                    </a:cubicBezTo>
                    <a:lnTo>
                      <a:pt x="5419090" y="6348730"/>
                    </a:lnTo>
                    <a:cubicBezTo>
                      <a:pt x="5429250" y="6348730"/>
                      <a:pt x="5438140" y="6339840"/>
                      <a:pt x="5438140" y="6329680"/>
                    </a:cubicBezTo>
                    <a:lnTo>
                      <a:pt x="5438140" y="20320"/>
                    </a:lnTo>
                    <a:cubicBezTo>
                      <a:pt x="5439410" y="8890"/>
                      <a:pt x="5430520" y="0"/>
                      <a:pt x="5419090" y="0"/>
                    </a:cubicBezTo>
                    <a:close/>
                    <a:moveTo>
                      <a:pt x="5137150" y="314960"/>
                    </a:moveTo>
                    <a:lnTo>
                      <a:pt x="5137150" y="4970780"/>
                    </a:lnTo>
                    <a:cubicBezTo>
                      <a:pt x="5137150" y="4980940"/>
                      <a:pt x="5128260" y="4989830"/>
                      <a:pt x="5118100" y="4989830"/>
                    </a:cubicBezTo>
                    <a:lnTo>
                      <a:pt x="266700" y="4989830"/>
                    </a:lnTo>
                    <a:cubicBezTo>
                      <a:pt x="256540" y="4989830"/>
                      <a:pt x="247650" y="4980940"/>
                      <a:pt x="247650" y="4970780"/>
                    </a:cubicBezTo>
                    <a:lnTo>
                      <a:pt x="247650" y="314960"/>
                    </a:lnTo>
                    <a:cubicBezTo>
                      <a:pt x="247650" y="304800"/>
                      <a:pt x="256540" y="295910"/>
                      <a:pt x="266700" y="295910"/>
                    </a:cubicBezTo>
                    <a:lnTo>
                      <a:pt x="5118100" y="295910"/>
                    </a:lnTo>
                    <a:cubicBezTo>
                      <a:pt x="5129530" y="294640"/>
                      <a:pt x="5137150" y="303530"/>
                      <a:pt x="5137150" y="314960"/>
                    </a:cubicBez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247650" y="294640"/>
                <a:ext cx="4889500" cy="4693920"/>
              </a:xfrm>
              <a:custGeom>
                <a:avLst/>
                <a:gdLst/>
                <a:ahLst/>
                <a:cxnLst/>
                <a:rect r="r" b="b" t="t" l="l"/>
                <a:pathLst>
                  <a:path h="4693920" w="4889500">
                    <a:moveTo>
                      <a:pt x="487045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19050"/>
                    </a:cubicBezTo>
                    <a:lnTo>
                      <a:pt x="0" y="4674870"/>
                    </a:lnTo>
                    <a:cubicBezTo>
                      <a:pt x="0" y="4686300"/>
                      <a:pt x="8890" y="4693920"/>
                      <a:pt x="19050" y="4693920"/>
                    </a:cubicBezTo>
                    <a:lnTo>
                      <a:pt x="4870450" y="4693920"/>
                    </a:lnTo>
                    <a:cubicBezTo>
                      <a:pt x="4880610" y="4693920"/>
                      <a:pt x="4889500" y="4685030"/>
                      <a:pt x="4889500" y="4674870"/>
                    </a:cubicBezTo>
                    <a:lnTo>
                      <a:pt x="4889500" y="20320"/>
                    </a:lnTo>
                    <a:cubicBezTo>
                      <a:pt x="4889500" y="8890"/>
                      <a:pt x="4881880" y="0"/>
                      <a:pt x="487045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4000" t="0" r="-13999" b="0"/>
                </a:stretch>
              </a:blip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1270" y="6350"/>
                <a:ext cx="5457190" cy="6342380"/>
              </a:xfrm>
              <a:custGeom>
                <a:avLst/>
                <a:gdLst/>
                <a:ahLst/>
                <a:cxnLst/>
                <a:rect r="r" b="b" t="t" l="l"/>
                <a:pathLst>
                  <a:path h="6342380" w="5457190">
                    <a:moveTo>
                      <a:pt x="5137150" y="302260"/>
                    </a:moveTo>
                    <a:cubicBezTo>
                      <a:pt x="5137150" y="302260"/>
                      <a:pt x="5133340" y="290830"/>
                      <a:pt x="5119370" y="289560"/>
                    </a:cubicBezTo>
                    <a:lnTo>
                      <a:pt x="248920" y="289560"/>
                    </a:lnTo>
                    <a:cubicBezTo>
                      <a:pt x="240030" y="289560"/>
                      <a:pt x="228600" y="293370"/>
                      <a:pt x="228600" y="303530"/>
                    </a:cubicBezTo>
                    <a:lnTo>
                      <a:pt x="232410" y="312420"/>
                    </a:lnTo>
                    <a:cubicBezTo>
                      <a:pt x="236220" y="307340"/>
                      <a:pt x="242570" y="304800"/>
                      <a:pt x="248920" y="304800"/>
                    </a:cubicBezTo>
                    <a:lnTo>
                      <a:pt x="5123180" y="304800"/>
                    </a:lnTo>
                    <a:lnTo>
                      <a:pt x="5123180" y="4966970"/>
                    </a:lnTo>
                    <a:cubicBezTo>
                      <a:pt x="5123180" y="4973320"/>
                      <a:pt x="5120640" y="4979670"/>
                      <a:pt x="5115560" y="4983480"/>
                    </a:cubicBezTo>
                    <a:lnTo>
                      <a:pt x="5120640" y="4983480"/>
                    </a:lnTo>
                    <a:cubicBezTo>
                      <a:pt x="5129530" y="4983480"/>
                      <a:pt x="5137150" y="4975860"/>
                      <a:pt x="5137150" y="4966970"/>
                    </a:cubicBezTo>
                    <a:lnTo>
                      <a:pt x="5137150" y="302260"/>
                    </a:lnTo>
                    <a:close/>
                    <a:moveTo>
                      <a:pt x="5438140" y="6324600"/>
                    </a:moveTo>
                    <a:lnTo>
                      <a:pt x="20320" y="6324600"/>
                    </a:lnTo>
                    <a:lnTo>
                      <a:pt x="20320" y="12700"/>
                    </a:lnTo>
                    <a:lnTo>
                      <a:pt x="6350" y="0"/>
                    </a:lnTo>
                    <a:lnTo>
                      <a:pt x="5080" y="0"/>
                    </a:lnTo>
                    <a:cubicBezTo>
                      <a:pt x="2540" y="3810"/>
                      <a:pt x="0" y="7620"/>
                      <a:pt x="0" y="12700"/>
                    </a:cubicBezTo>
                    <a:lnTo>
                      <a:pt x="0" y="6323330"/>
                    </a:lnTo>
                    <a:cubicBezTo>
                      <a:pt x="0" y="6334760"/>
                      <a:pt x="8890" y="6342380"/>
                      <a:pt x="19050" y="6342380"/>
                    </a:cubicBezTo>
                    <a:lnTo>
                      <a:pt x="5444490" y="6342380"/>
                    </a:lnTo>
                    <a:cubicBezTo>
                      <a:pt x="5449570" y="6342380"/>
                      <a:pt x="5453380" y="6341110"/>
                      <a:pt x="5457190" y="6337300"/>
                    </a:cubicBezTo>
                    <a:lnTo>
                      <a:pt x="5438140" y="6324600"/>
                    </a:lnTo>
                    <a:close/>
                  </a:path>
                </a:pathLst>
              </a:custGeom>
              <a:solidFill>
                <a:srgbClr val="3C3333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7620" y="0"/>
                <a:ext cx="5458460" cy="6344920"/>
              </a:xfrm>
              <a:custGeom>
                <a:avLst/>
                <a:gdLst/>
                <a:ahLst/>
                <a:cxnLst/>
                <a:rect r="r" b="b" t="t" l="l"/>
                <a:pathLst>
                  <a:path h="6344920" w="5458460">
                    <a:moveTo>
                      <a:pt x="5125720" y="4987290"/>
                    </a:moveTo>
                    <a:cubicBezTo>
                      <a:pt x="5121910" y="4992370"/>
                      <a:pt x="5116830" y="4994910"/>
                      <a:pt x="5110480" y="4994910"/>
                    </a:cubicBezTo>
                    <a:lnTo>
                      <a:pt x="243840" y="4994910"/>
                    </a:lnTo>
                    <a:cubicBezTo>
                      <a:pt x="237490" y="4994910"/>
                      <a:pt x="231140" y="4992370"/>
                      <a:pt x="227330" y="4986020"/>
                    </a:cubicBezTo>
                    <a:cubicBezTo>
                      <a:pt x="222250" y="4982210"/>
                      <a:pt x="219710" y="4977130"/>
                      <a:pt x="219710" y="4970780"/>
                    </a:cubicBezTo>
                    <a:lnTo>
                      <a:pt x="219710" y="314960"/>
                    </a:lnTo>
                    <a:cubicBezTo>
                      <a:pt x="219710" y="309880"/>
                      <a:pt x="222250" y="304800"/>
                      <a:pt x="226060" y="300990"/>
                    </a:cubicBezTo>
                    <a:lnTo>
                      <a:pt x="240030" y="311150"/>
                    </a:lnTo>
                    <a:lnTo>
                      <a:pt x="240030" y="4975860"/>
                    </a:lnTo>
                    <a:lnTo>
                      <a:pt x="5110480" y="4975860"/>
                    </a:lnTo>
                    <a:cubicBezTo>
                      <a:pt x="5113020" y="4975860"/>
                      <a:pt x="5115560" y="4974590"/>
                      <a:pt x="5116830" y="4974590"/>
                    </a:cubicBezTo>
                    <a:lnTo>
                      <a:pt x="5125720" y="4987290"/>
                    </a:lnTo>
                    <a:close/>
                    <a:moveTo>
                      <a:pt x="5458460" y="19050"/>
                    </a:moveTo>
                    <a:lnTo>
                      <a:pt x="5458460" y="6330950"/>
                    </a:lnTo>
                    <a:cubicBezTo>
                      <a:pt x="5458460" y="6336030"/>
                      <a:pt x="5455920" y="6341110"/>
                      <a:pt x="5450840" y="6344920"/>
                    </a:cubicBezTo>
                    <a:lnTo>
                      <a:pt x="5429250" y="6329680"/>
                    </a:lnTo>
                    <a:lnTo>
                      <a:pt x="5429250" y="20320"/>
                    </a:lnTo>
                    <a:lnTo>
                      <a:pt x="13970" y="20320"/>
                    </a:lnTo>
                    <a:lnTo>
                      <a:pt x="0" y="7620"/>
                    </a:lnTo>
                    <a:cubicBezTo>
                      <a:pt x="3810" y="2540"/>
                      <a:pt x="8890" y="0"/>
                      <a:pt x="15240" y="0"/>
                    </a:cubicBezTo>
                    <a:lnTo>
                      <a:pt x="5439410" y="0"/>
                    </a:lnTo>
                    <a:cubicBezTo>
                      <a:pt x="5449570" y="0"/>
                      <a:pt x="5458460" y="8890"/>
                      <a:pt x="5458460" y="19050"/>
                    </a:cubicBezTo>
                    <a:close/>
                    <a:moveTo>
                      <a:pt x="5455920" y="30480"/>
                    </a:moveTo>
                    <a:cubicBezTo>
                      <a:pt x="5453380" y="26670"/>
                      <a:pt x="5450840" y="24130"/>
                      <a:pt x="5447030" y="21590"/>
                    </a:cubicBezTo>
                    <a:lnTo>
                      <a:pt x="5455920" y="3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7476016">
              <a:off x="939766" y="1776711"/>
              <a:ext cx="1915078" cy="109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59"/>
                </a:lnSpc>
              </a:pPr>
              <a:r>
                <a:rPr lang="en-US" sz="4800" spc="240">
                  <a:solidFill>
                    <a:srgbClr val="0CC0DF"/>
                  </a:solidFill>
                  <a:latin typeface="Schoolbell"/>
                  <a:ea typeface="Schoolbell"/>
                  <a:cs typeface="Schoolbell"/>
                  <a:sym typeface="Schoolbell"/>
                </a:rPr>
                <a:t>ETEC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14745" y="5866308"/>
            <a:ext cx="4391443" cy="4823717"/>
            <a:chOff x="0" y="0"/>
            <a:chExt cx="5855257" cy="6431622"/>
          </a:xfrm>
        </p:grpSpPr>
        <p:grpSp>
          <p:nvGrpSpPr>
            <p:cNvPr name="Group 33" id="33"/>
            <p:cNvGrpSpPr>
              <a:grpSpLocks noChangeAspect="true"/>
            </p:cNvGrpSpPr>
            <p:nvPr/>
          </p:nvGrpSpPr>
          <p:grpSpPr>
            <a:xfrm rot="774561">
              <a:off x="555661" y="460273"/>
              <a:ext cx="4743935" cy="5511077"/>
              <a:chOff x="0" y="0"/>
              <a:chExt cx="5466080" cy="6350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438261" cy="6348730"/>
              </a:xfrm>
              <a:custGeom>
                <a:avLst/>
                <a:gdLst/>
                <a:ahLst/>
                <a:cxnLst/>
                <a:rect r="r" b="b" t="t" l="l"/>
                <a:pathLst>
                  <a:path h="6348730" w="5438261">
                    <a:moveTo>
                      <a:pt x="541909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20320"/>
                    </a:cubicBezTo>
                    <a:lnTo>
                      <a:pt x="0" y="6329680"/>
                    </a:lnTo>
                    <a:cubicBezTo>
                      <a:pt x="0" y="6339840"/>
                      <a:pt x="8890" y="6348730"/>
                      <a:pt x="19050" y="6348730"/>
                    </a:cubicBezTo>
                    <a:lnTo>
                      <a:pt x="5419090" y="6348730"/>
                    </a:lnTo>
                    <a:cubicBezTo>
                      <a:pt x="5429250" y="6348730"/>
                      <a:pt x="5438140" y="6339840"/>
                      <a:pt x="5438140" y="6329680"/>
                    </a:cubicBezTo>
                    <a:lnTo>
                      <a:pt x="5438140" y="20320"/>
                    </a:lnTo>
                    <a:cubicBezTo>
                      <a:pt x="5439410" y="8890"/>
                      <a:pt x="5430520" y="0"/>
                      <a:pt x="5419090" y="0"/>
                    </a:cubicBezTo>
                    <a:close/>
                    <a:moveTo>
                      <a:pt x="5137150" y="314960"/>
                    </a:moveTo>
                    <a:lnTo>
                      <a:pt x="5137150" y="4970780"/>
                    </a:lnTo>
                    <a:cubicBezTo>
                      <a:pt x="5137150" y="4980940"/>
                      <a:pt x="5128260" y="4989830"/>
                      <a:pt x="5118100" y="4989830"/>
                    </a:cubicBezTo>
                    <a:lnTo>
                      <a:pt x="266700" y="4989830"/>
                    </a:lnTo>
                    <a:cubicBezTo>
                      <a:pt x="256540" y="4989830"/>
                      <a:pt x="247650" y="4980940"/>
                      <a:pt x="247650" y="4970780"/>
                    </a:cubicBezTo>
                    <a:lnTo>
                      <a:pt x="247650" y="314960"/>
                    </a:lnTo>
                    <a:cubicBezTo>
                      <a:pt x="247650" y="304800"/>
                      <a:pt x="256540" y="295910"/>
                      <a:pt x="266700" y="295910"/>
                    </a:cubicBezTo>
                    <a:lnTo>
                      <a:pt x="5118100" y="295910"/>
                    </a:lnTo>
                    <a:cubicBezTo>
                      <a:pt x="5129530" y="294640"/>
                      <a:pt x="5137150" y="303530"/>
                      <a:pt x="5137150" y="314960"/>
                    </a:cubicBez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247650" y="294640"/>
                <a:ext cx="4889500" cy="4693920"/>
              </a:xfrm>
              <a:custGeom>
                <a:avLst/>
                <a:gdLst/>
                <a:ahLst/>
                <a:cxnLst/>
                <a:rect r="r" b="b" t="t" l="l"/>
                <a:pathLst>
                  <a:path h="4693920" w="4889500">
                    <a:moveTo>
                      <a:pt x="487045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19050"/>
                    </a:cubicBezTo>
                    <a:lnTo>
                      <a:pt x="0" y="4674870"/>
                    </a:lnTo>
                    <a:cubicBezTo>
                      <a:pt x="0" y="4686300"/>
                      <a:pt x="8890" y="4693920"/>
                      <a:pt x="19050" y="4693920"/>
                    </a:cubicBezTo>
                    <a:lnTo>
                      <a:pt x="4870450" y="4693920"/>
                    </a:lnTo>
                    <a:cubicBezTo>
                      <a:pt x="4880610" y="4693920"/>
                      <a:pt x="4889500" y="4685030"/>
                      <a:pt x="4889500" y="4674870"/>
                    </a:cubicBezTo>
                    <a:lnTo>
                      <a:pt x="4889500" y="20320"/>
                    </a:lnTo>
                    <a:cubicBezTo>
                      <a:pt x="4889500" y="8890"/>
                      <a:pt x="4881880" y="0"/>
                      <a:pt x="487045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3999" t="0" r="-14000" b="0"/>
                </a:stretch>
              </a:blip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1270" y="6350"/>
                <a:ext cx="5457190" cy="6342380"/>
              </a:xfrm>
              <a:custGeom>
                <a:avLst/>
                <a:gdLst/>
                <a:ahLst/>
                <a:cxnLst/>
                <a:rect r="r" b="b" t="t" l="l"/>
                <a:pathLst>
                  <a:path h="6342380" w="5457190">
                    <a:moveTo>
                      <a:pt x="5137150" y="302260"/>
                    </a:moveTo>
                    <a:cubicBezTo>
                      <a:pt x="5137150" y="302260"/>
                      <a:pt x="5133340" y="290830"/>
                      <a:pt x="5119370" y="289560"/>
                    </a:cubicBezTo>
                    <a:lnTo>
                      <a:pt x="248920" y="289560"/>
                    </a:lnTo>
                    <a:cubicBezTo>
                      <a:pt x="240030" y="289560"/>
                      <a:pt x="228600" y="293370"/>
                      <a:pt x="228600" y="303530"/>
                    </a:cubicBezTo>
                    <a:lnTo>
                      <a:pt x="232410" y="312420"/>
                    </a:lnTo>
                    <a:cubicBezTo>
                      <a:pt x="236220" y="307340"/>
                      <a:pt x="242570" y="304800"/>
                      <a:pt x="248920" y="304800"/>
                    </a:cubicBezTo>
                    <a:lnTo>
                      <a:pt x="5123180" y="304800"/>
                    </a:lnTo>
                    <a:lnTo>
                      <a:pt x="5123180" y="4966970"/>
                    </a:lnTo>
                    <a:cubicBezTo>
                      <a:pt x="5123180" y="4973320"/>
                      <a:pt x="5120640" y="4979670"/>
                      <a:pt x="5115560" y="4983480"/>
                    </a:cubicBezTo>
                    <a:lnTo>
                      <a:pt x="5120640" y="4983480"/>
                    </a:lnTo>
                    <a:cubicBezTo>
                      <a:pt x="5129530" y="4983480"/>
                      <a:pt x="5137150" y="4975860"/>
                      <a:pt x="5137150" y="4966970"/>
                    </a:cubicBezTo>
                    <a:lnTo>
                      <a:pt x="5137150" y="302260"/>
                    </a:lnTo>
                    <a:close/>
                    <a:moveTo>
                      <a:pt x="5438140" y="6324600"/>
                    </a:moveTo>
                    <a:lnTo>
                      <a:pt x="20320" y="6324600"/>
                    </a:lnTo>
                    <a:lnTo>
                      <a:pt x="20320" y="12700"/>
                    </a:lnTo>
                    <a:lnTo>
                      <a:pt x="6350" y="0"/>
                    </a:lnTo>
                    <a:lnTo>
                      <a:pt x="5080" y="0"/>
                    </a:lnTo>
                    <a:cubicBezTo>
                      <a:pt x="2540" y="3810"/>
                      <a:pt x="0" y="7620"/>
                      <a:pt x="0" y="12700"/>
                    </a:cubicBezTo>
                    <a:lnTo>
                      <a:pt x="0" y="6323330"/>
                    </a:lnTo>
                    <a:cubicBezTo>
                      <a:pt x="0" y="6334760"/>
                      <a:pt x="8890" y="6342380"/>
                      <a:pt x="19050" y="6342380"/>
                    </a:cubicBezTo>
                    <a:lnTo>
                      <a:pt x="5444490" y="6342380"/>
                    </a:lnTo>
                    <a:cubicBezTo>
                      <a:pt x="5449570" y="6342380"/>
                      <a:pt x="5453380" y="6341110"/>
                      <a:pt x="5457190" y="6337300"/>
                    </a:cubicBezTo>
                    <a:lnTo>
                      <a:pt x="5438140" y="6324600"/>
                    </a:lnTo>
                    <a:close/>
                  </a:path>
                </a:pathLst>
              </a:custGeom>
              <a:solidFill>
                <a:srgbClr val="3C3333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7620" y="0"/>
                <a:ext cx="5458460" cy="6344920"/>
              </a:xfrm>
              <a:custGeom>
                <a:avLst/>
                <a:gdLst/>
                <a:ahLst/>
                <a:cxnLst/>
                <a:rect r="r" b="b" t="t" l="l"/>
                <a:pathLst>
                  <a:path h="6344920" w="5458460">
                    <a:moveTo>
                      <a:pt x="5125720" y="4987290"/>
                    </a:moveTo>
                    <a:cubicBezTo>
                      <a:pt x="5121910" y="4992370"/>
                      <a:pt x="5116830" y="4994910"/>
                      <a:pt x="5110480" y="4994910"/>
                    </a:cubicBezTo>
                    <a:lnTo>
                      <a:pt x="243840" y="4994910"/>
                    </a:lnTo>
                    <a:cubicBezTo>
                      <a:pt x="237490" y="4994910"/>
                      <a:pt x="231140" y="4992370"/>
                      <a:pt x="227330" y="4986020"/>
                    </a:cubicBezTo>
                    <a:cubicBezTo>
                      <a:pt x="222250" y="4982210"/>
                      <a:pt x="219710" y="4977130"/>
                      <a:pt x="219710" y="4970780"/>
                    </a:cubicBezTo>
                    <a:lnTo>
                      <a:pt x="219710" y="314960"/>
                    </a:lnTo>
                    <a:cubicBezTo>
                      <a:pt x="219710" y="309880"/>
                      <a:pt x="222250" y="304800"/>
                      <a:pt x="226060" y="300990"/>
                    </a:cubicBezTo>
                    <a:lnTo>
                      <a:pt x="240030" y="311150"/>
                    </a:lnTo>
                    <a:lnTo>
                      <a:pt x="240030" y="4975860"/>
                    </a:lnTo>
                    <a:lnTo>
                      <a:pt x="5110480" y="4975860"/>
                    </a:lnTo>
                    <a:cubicBezTo>
                      <a:pt x="5113020" y="4975860"/>
                      <a:pt x="5115560" y="4974590"/>
                      <a:pt x="5116830" y="4974590"/>
                    </a:cubicBezTo>
                    <a:lnTo>
                      <a:pt x="5125720" y="4987290"/>
                    </a:lnTo>
                    <a:close/>
                    <a:moveTo>
                      <a:pt x="5458460" y="19050"/>
                    </a:moveTo>
                    <a:lnTo>
                      <a:pt x="5458460" y="6330950"/>
                    </a:lnTo>
                    <a:cubicBezTo>
                      <a:pt x="5458460" y="6336030"/>
                      <a:pt x="5455920" y="6341110"/>
                      <a:pt x="5450840" y="6344920"/>
                    </a:cubicBezTo>
                    <a:lnTo>
                      <a:pt x="5429250" y="6329680"/>
                    </a:lnTo>
                    <a:lnTo>
                      <a:pt x="5429250" y="20320"/>
                    </a:lnTo>
                    <a:lnTo>
                      <a:pt x="13970" y="20320"/>
                    </a:lnTo>
                    <a:lnTo>
                      <a:pt x="0" y="7620"/>
                    </a:lnTo>
                    <a:cubicBezTo>
                      <a:pt x="3810" y="2540"/>
                      <a:pt x="8890" y="0"/>
                      <a:pt x="15240" y="0"/>
                    </a:cubicBezTo>
                    <a:lnTo>
                      <a:pt x="5439410" y="0"/>
                    </a:lnTo>
                    <a:cubicBezTo>
                      <a:pt x="5449570" y="0"/>
                      <a:pt x="5458460" y="8890"/>
                      <a:pt x="5458460" y="19050"/>
                    </a:cubicBezTo>
                    <a:close/>
                    <a:moveTo>
                      <a:pt x="5455920" y="30480"/>
                    </a:moveTo>
                    <a:cubicBezTo>
                      <a:pt x="5453380" y="26670"/>
                      <a:pt x="5450840" y="24130"/>
                      <a:pt x="5447030" y="21590"/>
                    </a:cubicBezTo>
                    <a:lnTo>
                      <a:pt x="5455920" y="3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38" id="38"/>
            <p:cNvSpPr txBox="true"/>
            <p:nvPr/>
          </p:nvSpPr>
          <p:spPr>
            <a:xfrm rot="758596">
              <a:off x="1016670" y="4823506"/>
              <a:ext cx="3962707" cy="109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59"/>
                </a:lnSpc>
              </a:pPr>
              <a:r>
                <a:rPr lang="en-US" sz="4800" spc="240">
                  <a:solidFill>
                    <a:srgbClr val="FFDE59"/>
                  </a:solidFill>
                  <a:latin typeface="Schoolbell"/>
                  <a:ea typeface="Schoolbell"/>
                  <a:cs typeface="Schoolbell"/>
                  <a:sym typeface="Schoolbell"/>
                </a:rPr>
                <a:t>SOLARIS</a:t>
              </a:r>
            </a:p>
          </p:txBody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-1398986">
            <a:off x="11447590" y="5600664"/>
            <a:ext cx="3557951" cy="4133308"/>
            <a:chOff x="0" y="0"/>
            <a:chExt cx="5466080" cy="635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7"/>
              <a:stretch>
                <a:fillRect l="-14000" t="0" r="-1400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-1414951">
            <a:off x="12978899" y="8646181"/>
            <a:ext cx="15490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4800" spc="240">
                <a:solidFill>
                  <a:srgbClr val="E8A87C"/>
                </a:solidFill>
                <a:latin typeface="Schoolbell"/>
                <a:ea typeface="Schoolbell"/>
                <a:cs typeface="Schoolbell"/>
                <a:sym typeface="Schoolbell"/>
              </a:rPr>
              <a:t>CRAB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17804" y="0"/>
            <a:ext cx="9252392" cy="10287000"/>
          </a:xfrm>
          <a:custGeom>
            <a:avLst/>
            <a:gdLst/>
            <a:ahLst/>
            <a:cxnLst/>
            <a:rect r="r" b="b" t="t" l="l"/>
            <a:pathLst>
              <a:path h="10287000" w="9252392">
                <a:moveTo>
                  <a:pt x="0" y="0"/>
                </a:moveTo>
                <a:lnTo>
                  <a:pt x="9252392" y="0"/>
                </a:lnTo>
                <a:lnTo>
                  <a:pt x="92523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-3483" r="0" b="-449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082703" y="2212360"/>
            <a:ext cx="20453407" cy="177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b="true">
                <a:solidFill>
                  <a:srgbClr val="6FAF8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OBRIGADO PELA ATENÇÃO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85354" y="5409395"/>
            <a:ext cx="9760088" cy="157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73"/>
              </a:lnSpc>
            </a:pPr>
            <a:r>
              <a:rPr lang="en-US" sz="8409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Biblioteca do </a:t>
            </a:r>
            <a:r>
              <a:rPr lang="en-US" sz="8409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Howl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90960" y="4145933"/>
            <a:ext cx="8548877" cy="172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4"/>
              </a:lnSpc>
            </a:pPr>
            <a:r>
              <a:rPr lang="en-US" sz="9110">
                <a:solidFill>
                  <a:srgbClr val="FEFE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ハウル図書館</a:t>
            </a:r>
          </a:p>
        </p:txBody>
      </p:sp>
      <p:sp>
        <p:nvSpPr>
          <p:cNvPr name="AutoShape 6" id="6"/>
          <p:cNvSpPr/>
          <p:nvPr/>
        </p:nvSpPr>
        <p:spPr>
          <a:xfrm>
            <a:off x="4031847" y="5733245"/>
            <a:ext cx="10224307" cy="0"/>
          </a:xfrm>
          <a:prstGeom prst="line">
            <a:avLst/>
          </a:prstGeom>
          <a:ln cap="flat" w="6667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110024" y="9111466"/>
            <a:ext cx="8923234" cy="774364"/>
            <a:chOff x="0" y="0"/>
            <a:chExt cx="11897645" cy="103248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897645" cy="1032485"/>
              <a:chOff x="0" y="0"/>
              <a:chExt cx="2350152" cy="20394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350152" cy="203948"/>
              </a:xfrm>
              <a:custGeom>
                <a:avLst/>
                <a:gdLst/>
                <a:ahLst/>
                <a:cxnLst/>
                <a:rect r="r" b="b" t="t" l="l"/>
                <a:pathLst>
                  <a:path h="203948" w="2350152">
                    <a:moveTo>
                      <a:pt x="6941" y="0"/>
                    </a:moveTo>
                    <a:lnTo>
                      <a:pt x="2343211" y="0"/>
                    </a:lnTo>
                    <a:cubicBezTo>
                      <a:pt x="2345052" y="0"/>
                      <a:pt x="2346817" y="731"/>
                      <a:pt x="2348119" y="2033"/>
                    </a:cubicBezTo>
                    <a:cubicBezTo>
                      <a:pt x="2349421" y="3335"/>
                      <a:pt x="2350152" y="5100"/>
                      <a:pt x="2350152" y="6941"/>
                    </a:cubicBezTo>
                    <a:lnTo>
                      <a:pt x="2350152" y="197007"/>
                    </a:lnTo>
                    <a:cubicBezTo>
                      <a:pt x="2350152" y="200840"/>
                      <a:pt x="2347045" y="203948"/>
                      <a:pt x="2343211" y="203948"/>
                    </a:cubicBezTo>
                    <a:lnTo>
                      <a:pt x="6941" y="203948"/>
                    </a:lnTo>
                    <a:cubicBezTo>
                      <a:pt x="3108" y="203948"/>
                      <a:pt x="0" y="200840"/>
                      <a:pt x="0" y="197007"/>
                    </a:cubicBezTo>
                    <a:lnTo>
                      <a:pt x="0" y="6941"/>
                    </a:lnTo>
                    <a:cubicBezTo>
                      <a:pt x="0" y="3108"/>
                      <a:pt x="3108" y="0"/>
                      <a:pt x="6941" y="0"/>
                    </a:cubicBezTo>
                    <a:close/>
                  </a:path>
                </a:pathLst>
              </a:custGeom>
              <a:solidFill>
                <a:srgbClr val="6FAF8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350152" cy="2420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46699" y="71954"/>
              <a:ext cx="11072019" cy="764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Guilherme Cunha Rodrigues de Lima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008078" y="30816"/>
            <a:ext cx="152400" cy="2762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DAHJaBF2hd4</dc:identifier>
  <dcterms:modified xsi:type="dcterms:W3CDTF">2011-08-01T06:04:30Z</dcterms:modified>
  <cp:revision>1</cp:revision>
  <dc:title>Guilherme Cunha Rodrigues de Lima</dc:title>
</cp:coreProperties>
</file>